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67" r:id="rId7"/>
    <p:sldId id="272" r:id="rId8"/>
    <p:sldId id="271" r:id="rId9"/>
    <p:sldId id="270" r:id="rId10"/>
    <p:sldId id="273" r:id="rId11"/>
    <p:sldId id="275" r:id="rId12"/>
    <p:sldId id="274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4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D1107E-9197-4D9D-9688-FF66AEC13137}" v="1" dt="2024-10-31T20:22:56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7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yme Ahmed" userId="dc44b642-4733-4b7f-b204-acd223264e3c" providerId="ADAL" clId="{F2D1107E-9197-4D9D-9688-FF66AEC13137}"/>
    <pc:docChg chg="custSel modSld">
      <pc:chgData name="Nyme Ahmed" userId="dc44b642-4733-4b7f-b204-acd223264e3c" providerId="ADAL" clId="{F2D1107E-9197-4D9D-9688-FF66AEC13137}" dt="2024-10-31T20:23:06.451" v="13" actId="20577"/>
      <pc:docMkLst>
        <pc:docMk/>
      </pc:docMkLst>
      <pc:sldChg chg="addSp delSp modSp mod">
        <pc:chgData name="Nyme Ahmed" userId="dc44b642-4733-4b7f-b204-acd223264e3c" providerId="ADAL" clId="{F2D1107E-9197-4D9D-9688-FF66AEC13137}" dt="2024-10-31T20:23:06.451" v="13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F2D1107E-9197-4D9D-9688-FF66AEC13137}" dt="2024-10-31T20:23:06.451" v="13" actId="20577"/>
          <ac:graphicFrameMkLst>
            <pc:docMk/>
            <pc:sldMk cId="700707328" sldId="256"/>
            <ac:graphicFrameMk id="5" creationId="{12573D6C-2930-FF6E-7B77-C8867104545A}"/>
          </ac:graphicFrameMkLst>
        </pc:graphicFrameChg>
        <pc:graphicFrameChg chg="del modGraphic">
          <ac:chgData name="Nyme Ahmed" userId="dc44b642-4733-4b7f-b204-acd223264e3c" providerId="ADAL" clId="{F2D1107E-9197-4D9D-9688-FF66AEC13137}" dt="2024-10-31T20:22:55.641" v="2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9T09:34:24.498" v="6225" actId="20577"/>
      <pc:docMkLst>
        <pc:docMk/>
      </pc:docMkLst>
      <pc:sldChg chg="modSp mod">
        <pc:chgData name="MIR MD. KAWSUR" userId="f9b2e9bf-e2de-41be-bed1-78ffce4fdd07" providerId="ADAL" clId="{ADBCB527-9EE9-42ED-A001-CACA2B7DAF4D}" dt="2020-04-29T09:34:24.498" v="6225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9T09:25:21.129" v="6158" actId="20577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9T09:34:24.498" v="622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ADBCB527-9EE9-42ED-A001-CACA2B7DAF4D}" dt="2020-04-28T15:14:28.053" v="6130" actId="47"/>
        <pc:sldMkLst>
          <pc:docMk/>
          <pc:sldMk cId="2823762119" sldId="258"/>
        </pc:sldMkLst>
      </pc:sldChg>
      <pc:sldChg chg="addSp modSp mod">
        <pc:chgData name="MIR MD. KAWSUR" userId="f9b2e9bf-e2de-41be-bed1-78ffce4fdd07" providerId="ADAL" clId="{ADBCB527-9EE9-42ED-A001-CACA2B7DAF4D}" dt="2020-04-29T09:24:45.046" v="6146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9T09:23:37.350" v="6134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9T09:24:43.943" v="6145" actId="1076"/>
          <ac:picMkLst>
            <pc:docMk/>
            <pc:sldMk cId="1923382373" sldId="264"/>
            <ac:picMk id="3" creationId="{66BB96CC-81B0-46C9-A6FC-228FB5234B39}"/>
          </ac:picMkLst>
        </pc:picChg>
        <pc:picChg chg="add mod">
          <ac:chgData name="MIR MD. KAWSUR" userId="f9b2e9bf-e2de-41be-bed1-78ffce4fdd07" providerId="ADAL" clId="{ADBCB527-9EE9-42ED-A001-CACA2B7DAF4D}" dt="2020-04-29T09:24:45.046" v="6146" actId="1076"/>
          <ac:picMkLst>
            <pc:docMk/>
            <pc:sldMk cId="1923382373" sldId="264"/>
            <ac:picMk id="6" creationId="{6400E9D8-4778-4860-B1E7-76A2F214C092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modAnim chgLayout">
        <pc:chgData name="MIR MD. KAWSUR" userId="f9b2e9bf-e2de-41be-bed1-78ffce4fdd07" providerId="ADAL" clId="{ADBCB527-9EE9-42ED-A001-CACA2B7DAF4D}" dt="2020-04-29T09:27:48.472" v="6167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 modAnim">
        <pc:chgData name="MIR MD. KAWSUR" userId="f9b2e9bf-e2de-41be-bed1-78ffce4fdd07" providerId="ADAL" clId="{ADBCB527-9EE9-42ED-A001-CACA2B7DAF4D}" dt="2020-04-29T09:28:39.401" v="6169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 modAnim">
        <pc:chgData name="MIR MD. KAWSUR" userId="f9b2e9bf-e2de-41be-bed1-78ffce4fdd07" providerId="ADAL" clId="{ADBCB527-9EE9-42ED-A001-CACA2B7DAF4D}" dt="2020-04-29T09:30:31.380" v="6186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 modAnim">
        <pc:chgData name="MIR MD. KAWSUR" userId="f9b2e9bf-e2de-41be-bed1-78ffce4fdd07" providerId="ADAL" clId="{ADBCB527-9EE9-42ED-A001-CACA2B7DAF4D}" dt="2020-04-29T09:29:40.984" v="6179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9T09:29:20.775" v="6175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 modAnim">
        <pc:chgData name="MIR MD. KAWSUR" userId="f9b2e9bf-e2de-41be-bed1-78ffce4fdd07" providerId="ADAL" clId="{ADBCB527-9EE9-42ED-A001-CACA2B7DAF4D}" dt="2020-04-29T09:31:08.151" v="6191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14:36:13.943" v="5427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14:30:34.467" v="5372" actId="20577"/>
          <ac:spMkLst>
            <pc:docMk/>
            <pc:sldMk cId="2383403374" sldId="27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4:36:13.943" v="5427" actId="20577"/>
          <ac:spMkLst>
            <pc:docMk/>
            <pc:sldMk cId="2383403374" sldId="277"/>
            <ac:spMk id="5" creationId="{3322CB79-31E6-2043-9768-6699756B1FD4}"/>
          </ac:spMkLst>
        </pc:spChg>
      </pc:sldChg>
      <pc:sldChg chg="addSp modSp add mod modAnim">
        <pc:chgData name="MIR MD. KAWSUR" userId="f9b2e9bf-e2de-41be-bed1-78ffce4fdd07" providerId="ADAL" clId="{ADBCB527-9EE9-42ED-A001-CACA2B7DAF4D}" dt="2020-04-29T09:31:31.815" v="6192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14:45:01.286" v="5480"/>
          <ac:spMkLst>
            <pc:docMk/>
            <pc:sldMk cId="1290791371" sldId="278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4:39:15.553" v="5466" actId="20577"/>
          <ac:spMkLst>
            <pc:docMk/>
            <pc:sldMk cId="1290791371" sldId="278"/>
            <ac:spMk id="5" creationId="{3322CB79-31E6-2043-9768-6699756B1FD4}"/>
          </ac:spMkLst>
        </pc:spChg>
        <pc:picChg chg="add mod">
          <ac:chgData name="MIR MD. KAWSUR" userId="f9b2e9bf-e2de-41be-bed1-78ffce4fdd07" providerId="ADAL" clId="{ADBCB527-9EE9-42ED-A001-CACA2B7DAF4D}" dt="2020-04-28T14:51:37.441" v="5492" actId="14100"/>
          <ac:picMkLst>
            <pc:docMk/>
            <pc:sldMk cId="1290791371" sldId="278"/>
            <ac:picMk id="6" creationId="{1FA5536A-4CDA-4F2C-8918-337EB90C55B9}"/>
          </ac:picMkLst>
        </pc:picChg>
      </pc:sldChg>
      <pc:sldChg chg="new del">
        <pc:chgData name="MIR MD. KAWSUR" userId="f9b2e9bf-e2de-41be-bed1-78ffce4fdd07" providerId="ADAL" clId="{ADBCB527-9EE9-42ED-A001-CACA2B7DAF4D}" dt="2020-04-28T14:36:26.758" v="5429" actId="680"/>
        <pc:sldMkLst>
          <pc:docMk/>
          <pc:sldMk cId="3238056953" sldId="279"/>
        </pc:sldMkLst>
      </pc:sldChg>
      <pc:sldChg chg="addSp delSp modSp add mod modAnim">
        <pc:chgData name="MIR MD. KAWSUR" userId="f9b2e9bf-e2de-41be-bed1-78ffce4fdd07" providerId="ADAL" clId="{ADBCB527-9EE9-42ED-A001-CACA2B7DAF4D}" dt="2020-04-29T09:31:37.345" v="6193"/>
        <pc:sldMkLst>
          <pc:docMk/>
          <pc:sldMk cId="3714164873" sldId="279"/>
        </pc:sldMkLst>
        <pc:spChg chg="add del">
          <ac:chgData name="MIR MD. KAWSUR" userId="f9b2e9bf-e2de-41be-bed1-78ffce4fdd07" providerId="ADAL" clId="{ADBCB527-9EE9-42ED-A001-CACA2B7DAF4D}" dt="2020-04-28T14:53:05.323" v="5511"/>
          <ac:spMkLst>
            <pc:docMk/>
            <pc:sldMk cId="3714164873" sldId="279"/>
            <ac:spMk id="3" creationId="{06E1156E-57A1-430E-BDAA-079E27B664E5}"/>
          </ac:spMkLst>
        </pc:spChg>
        <pc:spChg chg="mod">
          <ac:chgData name="MIR MD. KAWSUR" userId="f9b2e9bf-e2de-41be-bed1-78ffce4fdd07" providerId="ADAL" clId="{ADBCB527-9EE9-42ED-A001-CACA2B7DAF4D}" dt="2020-04-28T14:56:35.813" v="5537" actId="114"/>
          <ac:spMkLst>
            <pc:docMk/>
            <pc:sldMk cId="3714164873" sldId="279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4:52:09.219" v="5508" actId="20577"/>
          <ac:spMkLst>
            <pc:docMk/>
            <pc:sldMk cId="3714164873" sldId="279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8T14:53:43.883" v="5518"/>
          <ac:spMkLst>
            <pc:docMk/>
            <pc:sldMk cId="3714164873" sldId="279"/>
            <ac:spMk id="7" creationId="{DF6A25AF-DC6F-4AF6-A09E-8D750156017A}"/>
          </ac:spMkLst>
        </pc:spChg>
        <pc:spChg chg="add del">
          <ac:chgData name="MIR MD. KAWSUR" userId="f9b2e9bf-e2de-41be-bed1-78ffce4fdd07" providerId="ADAL" clId="{ADBCB527-9EE9-42ED-A001-CACA2B7DAF4D}" dt="2020-04-28T14:56:11.347" v="5531"/>
          <ac:spMkLst>
            <pc:docMk/>
            <pc:sldMk cId="3714164873" sldId="279"/>
            <ac:spMk id="8" creationId="{90B61905-5449-47A7-B38E-7068A7BB9461}"/>
          </ac:spMkLst>
        </pc:spChg>
        <pc:picChg chg="del">
          <ac:chgData name="MIR MD. KAWSUR" userId="f9b2e9bf-e2de-41be-bed1-78ffce4fdd07" providerId="ADAL" clId="{ADBCB527-9EE9-42ED-A001-CACA2B7DAF4D}" dt="2020-04-28T14:52:53.983" v="5509" actId="478"/>
          <ac:picMkLst>
            <pc:docMk/>
            <pc:sldMk cId="3714164873" sldId="279"/>
            <ac:picMk id="6" creationId="{1FA5536A-4CDA-4F2C-8918-337EB90C55B9}"/>
          </ac:picMkLst>
        </pc:picChg>
        <pc:picChg chg="add mod">
          <ac:chgData name="MIR MD. KAWSUR" userId="f9b2e9bf-e2de-41be-bed1-78ffce4fdd07" providerId="ADAL" clId="{ADBCB527-9EE9-42ED-A001-CACA2B7DAF4D}" dt="2020-04-28T14:57:16.805" v="5542" actId="1076"/>
          <ac:picMkLst>
            <pc:docMk/>
            <pc:sldMk cId="3714164873" sldId="279"/>
            <ac:picMk id="10" creationId="{6FB86B14-E81A-44D1-AFD9-23E0B5314DBB}"/>
          </ac:picMkLst>
        </pc:picChg>
      </pc:sldChg>
      <pc:sldChg chg="modSp add del mod">
        <pc:chgData name="MIR MD. KAWSUR" userId="f9b2e9bf-e2de-41be-bed1-78ffce4fdd07" providerId="ADAL" clId="{ADBCB527-9EE9-42ED-A001-CACA2B7DAF4D}" dt="2020-04-28T14:38:47.739" v="5445" actId="47"/>
        <pc:sldMkLst>
          <pc:docMk/>
          <pc:sldMk cId="3922201373" sldId="279"/>
        </pc:sldMkLst>
        <pc:spChg chg="mod">
          <ac:chgData name="MIR MD. KAWSUR" userId="f9b2e9bf-e2de-41be-bed1-78ffce4fdd07" providerId="ADAL" clId="{ADBCB527-9EE9-42ED-A001-CACA2B7DAF4D}" dt="2020-04-28T14:36:35.977" v="5444" actId="20577"/>
          <ac:spMkLst>
            <pc:docMk/>
            <pc:sldMk cId="3922201373" sldId="279"/>
            <ac:spMk id="5" creationId="{3322CB79-31E6-2043-9768-6699756B1FD4}"/>
          </ac:spMkLst>
        </pc:spChg>
      </pc:sldChg>
      <pc:sldChg chg="addSp delSp modSp add mod modAnim">
        <pc:chgData name="MIR MD. KAWSUR" userId="f9b2e9bf-e2de-41be-bed1-78ffce4fdd07" providerId="ADAL" clId="{ADBCB527-9EE9-42ED-A001-CACA2B7DAF4D}" dt="2020-04-29T09:33:41.996" v="6194"/>
        <pc:sldMkLst>
          <pc:docMk/>
          <pc:sldMk cId="1932295471" sldId="280"/>
        </pc:sldMkLst>
        <pc:spChg chg="mod">
          <ac:chgData name="MIR MD. KAWSUR" userId="f9b2e9bf-e2de-41be-bed1-78ffce4fdd07" providerId="ADAL" clId="{ADBCB527-9EE9-42ED-A001-CACA2B7DAF4D}" dt="2020-04-28T15:02:56.718" v="5740" actId="20577"/>
          <ac:spMkLst>
            <pc:docMk/>
            <pc:sldMk cId="1932295471" sldId="28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4:59:05.813" v="5591" actId="20577"/>
          <ac:spMkLst>
            <pc:docMk/>
            <pc:sldMk cId="1932295471" sldId="280"/>
            <ac:spMk id="5" creationId="{3322CB79-31E6-2043-9768-6699756B1FD4}"/>
          </ac:spMkLst>
        </pc:spChg>
        <pc:picChg chg="add mod">
          <ac:chgData name="MIR MD. KAWSUR" userId="f9b2e9bf-e2de-41be-bed1-78ffce4fdd07" providerId="ADAL" clId="{ADBCB527-9EE9-42ED-A001-CACA2B7DAF4D}" dt="2020-04-28T15:03:41.136" v="5746" actId="1076"/>
          <ac:picMkLst>
            <pc:docMk/>
            <pc:sldMk cId="1932295471" sldId="280"/>
            <ac:picMk id="6" creationId="{6756F2F4-9E51-457F-86CE-42AE766B53BE}"/>
          </ac:picMkLst>
        </pc:picChg>
        <pc:picChg chg="del">
          <ac:chgData name="MIR MD. KAWSUR" userId="f9b2e9bf-e2de-41be-bed1-78ffce4fdd07" providerId="ADAL" clId="{ADBCB527-9EE9-42ED-A001-CACA2B7DAF4D}" dt="2020-04-28T14:59:08.976" v="5592" actId="478"/>
          <ac:picMkLst>
            <pc:docMk/>
            <pc:sldMk cId="1932295471" sldId="280"/>
            <ac:picMk id="10" creationId="{6FB86B14-E81A-44D1-AFD9-23E0B5314DBB}"/>
          </ac:picMkLst>
        </pc:picChg>
      </pc:sldChg>
      <pc:sldChg chg="addSp delSp modSp add mod">
        <pc:chgData name="MIR MD. KAWSUR" userId="f9b2e9bf-e2de-41be-bed1-78ffce4fdd07" providerId="ADAL" clId="{ADBCB527-9EE9-42ED-A001-CACA2B7DAF4D}" dt="2020-04-28T15:13:02.200" v="6099" actId="1076"/>
        <pc:sldMkLst>
          <pc:docMk/>
          <pc:sldMk cId="709349257" sldId="281"/>
        </pc:sldMkLst>
        <pc:spChg chg="mod">
          <ac:chgData name="MIR MD. KAWSUR" userId="f9b2e9bf-e2de-41be-bed1-78ffce4fdd07" providerId="ADAL" clId="{ADBCB527-9EE9-42ED-A001-CACA2B7DAF4D}" dt="2020-04-28T15:05:11.819" v="5772" actId="20577"/>
          <ac:spMkLst>
            <pc:docMk/>
            <pc:sldMk cId="709349257" sldId="281"/>
            <ac:spMk id="2" creationId="{00000000-0000-0000-0000-000000000000}"/>
          </ac:spMkLst>
        </pc:spChg>
        <pc:spChg chg="add del mod">
          <ac:chgData name="MIR MD. KAWSUR" userId="f9b2e9bf-e2de-41be-bed1-78ffce4fdd07" providerId="ADAL" clId="{ADBCB527-9EE9-42ED-A001-CACA2B7DAF4D}" dt="2020-04-28T15:08:12.753" v="5845" actId="478"/>
          <ac:spMkLst>
            <pc:docMk/>
            <pc:sldMk cId="709349257" sldId="281"/>
            <ac:spMk id="3" creationId="{D1DA9426-9C6A-4298-94B2-9A03E99738F7}"/>
          </ac:spMkLst>
        </pc:spChg>
        <pc:spChg chg="mod">
          <ac:chgData name="MIR MD. KAWSUR" userId="f9b2e9bf-e2de-41be-bed1-78ffce4fdd07" providerId="ADAL" clId="{ADBCB527-9EE9-42ED-A001-CACA2B7DAF4D}" dt="2020-04-28T15:12:58.415" v="6098" actId="113"/>
          <ac:spMkLst>
            <pc:docMk/>
            <pc:sldMk cId="709349257" sldId="28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5:10:20.009" v="5893" actId="20577"/>
          <ac:spMkLst>
            <pc:docMk/>
            <pc:sldMk cId="709349257" sldId="281"/>
            <ac:spMk id="5" creationId="{3322CB79-31E6-2043-9768-6699756B1FD4}"/>
          </ac:spMkLst>
        </pc:spChg>
        <pc:spChg chg="add mod">
          <ac:chgData name="MIR MD. KAWSUR" userId="f9b2e9bf-e2de-41be-bed1-78ffce4fdd07" providerId="ADAL" clId="{ADBCB527-9EE9-42ED-A001-CACA2B7DAF4D}" dt="2020-04-28T15:08:18.667" v="5848" actId="6549"/>
          <ac:spMkLst>
            <pc:docMk/>
            <pc:sldMk cId="709349257" sldId="281"/>
            <ac:spMk id="7" creationId="{91AE8C9B-9D6A-46BB-A85F-6DC3F8DF595E}"/>
          </ac:spMkLst>
        </pc:spChg>
        <pc:picChg chg="del">
          <ac:chgData name="MIR MD. KAWSUR" userId="f9b2e9bf-e2de-41be-bed1-78ffce4fdd07" providerId="ADAL" clId="{ADBCB527-9EE9-42ED-A001-CACA2B7DAF4D}" dt="2020-04-28T15:05:21.119" v="5790" actId="478"/>
          <ac:picMkLst>
            <pc:docMk/>
            <pc:sldMk cId="709349257" sldId="281"/>
            <ac:picMk id="6" creationId="{6756F2F4-9E51-457F-86CE-42AE766B53BE}"/>
          </ac:picMkLst>
        </pc:picChg>
        <pc:picChg chg="add mod">
          <ac:chgData name="MIR MD. KAWSUR" userId="f9b2e9bf-e2de-41be-bed1-78ffce4fdd07" providerId="ADAL" clId="{ADBCB527-9EE9-42ED-A001-CACA2B7DAF4D}" dt="2020-04-28T15:13:02.200" v="6099" actId="1076"/>
          <ac:picMkLst>
            <pc:docMk/>
            <pc:sldMk cId="709349257" sldId="281"/>
            <ac:picMk id="9" creationId="{08D5F756-2651-41D6-B24D-E35AB4D7BB52}"/>
          </ac:picMkLst>
        </pc:picChg>
      </pc:sldChg>
      <pc:sldChg chg="delSp modSp add mod modAnim">
        <pc:chgData name="MIR MD. KAWSUR" userId="f9b2e9bf-e2de-41be-bed1-78ffce4fdd07" providerId="ADAL" clId="{ADBCB527-9EE9-42ED-A001-CACA2B7DAF4D}" dt="2020-04-29T09:34:01.350" v="6196"/>
        <pc:sldMkLst>
          <pc:docMk/>
          <pc:sldMk cId="4009736869" sldId="282"/>
        </pc:sldMkLst>
        <pc:spChg chg="mod">
          <ac:chgData name="MIR MD. KAWSUR" userId="f9b2e9bf-e2de-41be-bed1-78ffce4fdd07" providerId="ADAL" clId="{ADBCB527-9EE9-42ED-A001-CACA2B7DAF4D}" dt="2020-04-28T15:14:05.821" v="6129" actId="122"/>
          <ac:spMkLst>
            <pc:docMk/>
            <pc:sldMk cId="4009736869" sldId="28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8T15:10:39.697" v="5956" actId="20577"/>
          <ac:spMkLst>
            <pc:docMk/>
            <pc:sldMk cId="4009736869" sldId="282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8T15:11:33.269" v="5957" actId="478"/>
          <ac:picMkLst>
            <pc:docMk/>
            <pc:sldMk cId="4009736869" sldId="282"/>
            <ac:picMk id="9" creationId="{08D5F756-2651-41D6-B24D-E35AB4D7BB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ptol.com/programming/history.php" TargetMode="External"/><Relationship Id="rId2" Type="http://schemas.openxmlformats.org/officeDocument/2006/relationships/hyperlink" Target="https://www.cs.mcgill.ca/~rwest/wikispeedia/wpcd/wp/p/Programming_language.htm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ocs.oracle.com/javase/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Introducing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573D6C-2930-FF6E-7B77-C88671045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203241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55278280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192619562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935478186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3865955850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97640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64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History of Programming Languages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Importance of OOP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Java as OOP Language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JVM Architecture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Hello World Program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of Programming Languages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Programming Language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i="1" dirty="0"/>
              <a:t>Instead of imagining that our main task is to instruct a computer what to do, let us concentrate rather on explaining to human beings what we want a computer to do.</a:t>
            </a:r>
            <a:r>
              <a:rPr lang="en-US" b="1" i="1" dirty="0"/>
              <a:t>”</a:t>
            </a:r>
            <a:r>
              <a:rPr lang="en-US" i="1" dirty="0"/>
              <a:t> </a:t>
            </a:r>
            <a:r>
              <a:rPr lang="en-US" dirty="0"/>
              <a:t>- Donald Knuth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A </a:t>
            </a:r>
            <a:r>
              <a:rPr lang="en-US" b="1" dirty="0"/>
              <a:t>programming language </a:t>
            </a:r>
            <a:r>
              <a:rPr lang="en-US" dirty="0"/>
              <a:t>is an artificial language that can be used to control the behavior of a machine, particularly a computer. Programming languages, like human languages, are defined using syntactic and semantic rules, to determine structure and meaning,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of Programming Languages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Evolution of Programming Languages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7B55252-0C09-4D90-8CEE-1045D7819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78974"/>
              </p:ext>
            </p:extLst>
          </p:nvPr>
        </p:nvGraphicFramePr>
        <p:xfrm>
          <a:off x="476206" y="2173062"/>
          <a:ext cx="7754112" cy="386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572">
                  <a:extLst>
                    <a:ext uri="{9D8B030D-6E8A-4147-A177-3AD203B41FA5}">
                      <a16:colId xmlns:a16="http://schemas.microsoft.com/office/drawing/2014/main" val="1831261987"/>
                    </a:ext>
                  </a:extLst>
                </a:gridCol>
                <a:gridCol w="4666422">
                  <a:extLst>
                    <a:ext uri="{9D8B030D-6E8A-4147-A177-3AD203B41FA5}">
                      <a16:colId xmlns:a16="http://schemas.microsoft.com/office/drawing/2014/main" val="1527263605"/>
                    </a:ext>
                  </a:extLst>
                </a:gridCol>
                <a:gridCol w="2058118">
                  <a:extLst>
                    <a:ext uri="{9D8B030D-6E8A-4147-A177-3AD203B41FA5}">
                      <a16:colId xmlns:a16="http://schemas.microsoft.com/office/drawing/2014/main" val="2736028645"/>
                    </a:ext>
                  </a:extLst>
                </a:gridCol>
              </a:tblGrid>
              <a:tr h="283255">
                <a:tc>
                  <a:txBody>
                    <a:bodyPr/>
                    <a:lstStyle/>
                    <a:p>
                      <a:r>
                        <a:rPr lang="en-US" dirty="0"/>
                        <a:t>Epoch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220471"/>
                  </a:ext>
                </a:extLst>
              </a:tr>
              <a:tr h="495696">
                <a:tc>
                  <a:txBody>
                    <a:bodyPr/>
                    <a:lstStyle/>
                    <a:p>
                      <a:r>
                        <a:rPr lang="en-US" dirty="0"/>
                        <a:t>1950’s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Creation of high-level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Assembly, Fortran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861413"/>
                  </a:ext>
                </a:extLst>
              </a:tr>
              <a:tr h="495696">
                <a:tc>
                  <a:txBody>
                    <a:bodyPr/>
                    <a:lstStyle/>
                    <a:p>
                      <a:r>
                        <a:rPr lang="en-US" dirty="0"/>
                        <a:t>1960’s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Expansion of specialized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Simula</a:t>
                      </a:r>
                      <a:r>
                        <a:rPr lang="en-US" dirty="0"/>
                        <a:t>, Lisp, Cobol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057379"/>
                  </a:ext>
                </a:extLst>
              </a:tr>
              <a:tr h="495696">
                <a:tc>
                  <a:txBody>
                    <a:bodyPr/>
                    <a:lstStyle/>
                    <a:p>
                      <a:r>
                        <a:rPr lang="en-US" dirty="0"/>
                        <a:t>1970’s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Duel between structured programming with Pascal and efficiency of C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 Pascal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988383"/>
                  </a:ext>
                </a:extLst>
              </a:tr>
              <a:tr h="495696">
                <a:tc>
                  <a:txBody>
                    <a:bodyPr/>
                    <a:lstStyle/>
                    <a:p>
                      <a:r>
                        <a:rPr lang="en-US" dirty="0"/>
                        <a:t>1980’s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Experimenting other ways including 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Smalltalk, C++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591428"/>
                  </a:ext>
                </a:extLst>
              </a:tr>
              <a:tr h="495696">
                <a:tc>
                  <a:txBody>
                    <a:bodyPr/>
                    <a:lstStyle/>
                    <a:p>
                      <a:r>
                        <a:rPr lang="en-US" dirty="0"/>
                        <a:t>1990’s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Generalization of object-oriented programming with the performance of microcomputers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Java, Perl, Python, PHP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991905"/>
                  </a:ext>
                </a:extLst>
              </a:tr>
              <a:tr h="283255">
                <a:tc>
                  <a:txBody>
                    <a:bodyPr/>
                    <a:lstStyle/>
                    <a:p>
                      <a:r>
                        <a:rPr lang="en-US" dirty="0"/>
                        <a:t>2000’s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C#, Scala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50491"/>
                  </a:ext>
                </a:extLst>
              </a:tr>
              <a:tr h="283255">
                <a:tc>
                  <a:txBody>
                    <a:bodyPr/>
                    <a:lstStyle/>
                    <a:p>
                      <a:r>
                        <a:rPr lang="en-US" dirty="0"/>
                        <a:t>2010’s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Concurrency and </a:t>
                      </a:r>
                      <a:r>
                        <a:rPr lang="en-US" dirty="0" err="1"/>
                        <a:t>asynchronicity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JavaScript, 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89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6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of Programming Languages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Creation of Java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 was conceived by </a:t>
            </a:r>
            <a:r>
              <a:rPr lang="en-US" b="1" dirty="0"/>
              <a:t>James Gosling</a:t>
            </a:r>
            <a:r>
              <a:rPr lang="en-US" dirty="0"/>
              <a:t>, Patrick Naughton, Chris </a:t>
            </a:r>
            <a:r>
              <a:rPr lang="en-US" dirty="0" err="1"/>
              <a:t>Warth</a:t>
            </a:r>
            <a:r>
              <a:rPr lang="en-US" dirty="0"/>
              <a:t>, Ed Frank, and Mike Sheridan at Sun Microsystems, Inc. in 1991.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took 18 months to develop the first working version.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language was initially called </a:t>
            </a:r>
            <a:r>
              <a:rPr lang="en-US" b="1" dirty="0"/>
              <a:t>Oak </a:t>
            </a:r>
            <a:r>
              <a:rPr lang="en-US" dirty="0"/>
              <a:t>but was renamed </a:t>
            </a:r>
            <a:r>
              <a:rPr lang="en-US" b="1" dirty="0"/>
              <a:t>Java</a:t>
            </a:r>
            <a:r>
              <a:rPr lang="en-US" dirty="0"/>
              <a:t> in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primary motivation was the need for a </a:t>
            </a:r>
            <a:r>
              <a:rPr lang="en-US" b="1" dirty="0"/>
              <a:t>platform-independent</a:t>
            </a:r>
            <a:r>
              <a:rPr lang="en-US" dirty="0"/>
              <a:t> language, not the </a:t>
            </a:r>
            <a:r>
              <a:rPr lang="en-US" b="1" dirty="0"/>
              <a:t>internet</a:t>
            </a:r>
            <a:r>
              <a:rPr lang="en-US" dirty="0"/>
              <a:t>.</a:t>
            </a:r>
            <a:endParaRPr lang="en-US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7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an Object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186252"/>
            <a:ext cx="77541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Objects are key to understanding object-oriented technology.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Real-world objects share two characteristics: They all have </a:t>
            </a:r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behavior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/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Dogs have state (name, color, breed, hungry) and behavior (barking, fetching, wagging tail)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Bicycles also have state (current gear, current pedal cadence, current speed) and behavior (changing gear, changing pedal cadence, applying brakes)</a:t>
            </a:r>
          </a:p>
        </p:txBody>
      </p:sp>
      <p:pic>
        <p:nvPicPr>
          <p:cNvPr id="9" name="Picture 8" descr="A picture containing electronics, device, clock&#10;&#10;Description automatically generated">
            <a:extLst>
              <a:ext uri="{FF2B5EF4-FFF2-40B4-BE49-F238E27FC236}">
                <a16:creationId xmlns:a16="http://schemas.microsoft.com/office/drawing/2014/main" id="{CA779F2A-F817-402B-B48F-A0E46A1328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504" y="2823956"/>
            <a:ext cx="2613992" cy="17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OOP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Object Oriented Programming </a:t>
            </a:r>
            <a:r>
              <a:rPr lang="en-US" dirty="0"/>
              <a:t>(OOP) is a programming methodology that helps      organize complex programs using </a:t>
            </a:r>
            <a:r>
              <a:rPr lang="en-US" b="1" dirty="0"/>
              <a:t>inheritance</a:t>
            </a:r>
            <a:r>
              <a:rPr lang="en-US" dirty="0"/>
              <a:t>, </a:t>
            </a:r>
            <a:r>
              <a:rPr lang="en-US" b="1" dirty="0"/>
              <a:t>encapsulation</a:t>
            </a:r>
            <a:r>
              <a:rPr lang="en-US" dirty="0"/>
              <a:t>, </a:t>
            </a:r>
            <a:r>
              <a:rPr lang="en-US" b="1" dirty="0"/>
              <a:t>polymorphism</a:t>
            </a:r>
            <a:r>
              <a:rPr lang="en-US" dirty="0"/>
              <a:t>, and </a:t>
            </a:r>
            <a:r>
              <a:rPr lang="en-US" b="1" dirty="0"/>
              <a:t>abstraction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098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8E776-890E-4FC2-9948-EF62CF0CF179}"/>
              </a:ext>
            </a:extLst>
          </p:cNvPr>
          <p:cNvSpPr/>
          <p:nvPr/>
        </p:nvSpPr>
        <p:spPr>
          <a:xfrm>
            <a:off x="476205" y="2337497"/>
            <a:ext cx="77541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Throughout the history of programming, the increasing complexity of programs has driven the need for better ways to manage complexity.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Object Oriented Programming (OOP) was developed as there were limitations in earlier approaches.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Process-oriented model </a:t>
            </a:r>
            <a:r>
              <a:rPr lang="en-US" dirty="0"/>
              <a:t>was one of the earlier approaches to </a:t>
            </a:r>
            <a:r>
              <a:rPr lang="en-US" b="1" dirty="0"/>
              <a:t>Object-oriented programming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clearly understand the importance of object-oriented programming, we need to know about the process-oriented model</a:t>
            </a:r>
          </a:p>
        </p:txBody>
      </p:sp>
    </p:spTree>
    <p:extLst>
      <p:ext uri="{BB962C8B-B14F-4D97-AF65-F5344CB8AC3E}">
        <p14:creationId xmlns:p14="http://schemas.microsoft.com/office/powerpoint/2010/main" val="53861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 (Process-Oriented Model)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All computer programs consists of two elements: a) </a:t>
            </a:r>
            <a:r>
              <a:rPr lang="en-US" b="1" dirty="0"/>
              <a:t>code</a:t>
            </a:r>
            <a:r>
              <a:rPr lang="en-US" dirty="0"/>
              <a:t> (what is happening) b) </a:t>
            </a:r>
            <a:r>
              <a:rPr lang="en-US" b="1" dirty="0"/>
              <a:t>data</a:t>
            </a:r>
            <a:r>
              <a:rPr lang="en-US" dirty="0"/>
              <a:t> (who is being affected)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r>
              <a:rPr lang="en-US" u="sng" dirty="0"/>
              <a:t>Process-Oriented Model: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This approach characterizes a program as a series of linear steps (that is, code).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In this model, programs are typically organized around code. This approach can be thought of as </a:t>
            </a:r>
            <a:r>
              <a:rPr lang="en-US" b="1" i="1" dirty="0"/>
              <a:t>code acting on data</a:t>
            </a:r>
            <a:r>
              <a:rPr lang="en-US" dirty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Procedural languages such as C employ this model to considerable success.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In procedural programming, program is divided into small parts called </a:t>
            </a:r>
            <a:r>
              <a:rPr lang="en-US" b="1" dirty="0"/>
              <a:t>functions</a:t>
            </a:r>
            <a:r>
              <a:rPr lang="en-US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Procedural programming follows </a:t>
            </a:r>
            <a:r>
              <a:rPr lang="en-US" b="1" dirty="0"/>
              <a:t>top down approach</a:t>
            </a:r>
            <a:r>
              <a:rPr lang="en-US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In procedural programming, function is more important than data.</a:t>
            </a:r>
          </a:p>
        </p:txBody>
      </p:sp>
    </p:spTree>
    <p:extLst>
      <p:ext uri="{BB962C8B-B14F-4D97-AF65-F5344CB8AC3E}">
        <p14:creationId xmlns:p14="http://schemas.microsoft.com/office/powerpoint/2010/main" val="294603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 (Process-Oriented Model)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multi-function program, important data items are placed as global so that they may be accessed by all functions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Procedural programming is based on unreal world.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6" name="Picture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246A938-D17F-4C9B-9DB4-06ACAC638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07" y="3591380"/>
            <a:ext cx="5421186" cy="184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 (Drawbacks of Process-Oriented Model)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Problems with this approach appear as programs grow larger and more complex.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As function has complete access to the global variables, it is possible that new programmer can corrupt the data accidentally by creating functions.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Data is exposed to whole program, so no security for data.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 large program it is very difficult to identify what data is used by which function.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Difficult to relate with real world objects.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Difficult to create new data types reduces extensibility.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Importance is given to the operation on data rather that the data.</a:t>
            </a:r>
          </a:p>
        </p:txBody>
      </p:sp>
    </p:spTree>
    <p:extLst>
      <p:ext uri="{BB962C8B-B14F-4D97-AF65-F5344CB8AC3E}">
        <p14:creationId xmlns:p14="http://schemas.microsoft.com/office/powerpoint/2010/main" val="177373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 (Object-Oriented Programming)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Object-oriented programming organizes a program around its data (that is,  objects) and a set of well-defined interfaces to that data.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An object-oriented program can be characterized as </a:t>
            </a:r>
            <a:r>
              <a:rPr lang="en-US" b="1" i="1" dirty="0"/>
              <a:t>data controlling access to code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OOP, problem is divided into the number of entities called </a:t>
            </a:r>
            <a:r>
              <a:rPr lang="en-US" b="1" dirty="0"/>
              <a:t>objects</a:t>
            </a:r>
            <a:r>
              <a:rPr lang="en-US" dirty="0"/>
              <a:t> and then builds data and methods around these objects.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binds the data more closely to the method that operate on it and protects it from accidental modification.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Data of an object can be accessed only by the methods associated with the object.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Follows </a:t>
            </a:r>
            <a:r>
              <a:rPr lang="en-US" b="1" dirty="0"/>
              <a:t>bottom up approach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Increases code </a:t>
            </a:r>
            <a:r>
              <a:rPr lang="en-US" b="1" dirty="0"/>
              <a:t>reusability</a:t>
            </a:r>
            <a:r>
              <a:rPr lang="en-US" dirty="0"/>
              <a:t> and </a:t>
            </a:r>
            <a:r>
              <a:rPr lang="en-US" b="1" dirty="0"/>
              <a:t>maintainability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93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Importance of OOP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OOP is Important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Modularity for easier troubleshooting.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Reuse of code through inheritance.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Flexibility through polymorphism.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/>
              <a:t>Effective problem solving.</a:t>
            </a:r>
          </a:p>
        </p:txBody>
      </p:sp>
    </p:spTree>
    <p:extLst>
      <p:ext uri="{BB962C8B-B14F-4D97-AF65-F5344CB8AC3E}">
        <p14:creationId xmlns:p14="http://schemas.microsoft.com/office/powerpoint/2010/main" val="296652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as </a:t>
            </a:r>
            <a:r>
              <a:rPr lang="en-US"/>
              <a:t>OOP Language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Java is Object Oriented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is not possible to code in java without </a:t>
            </a:r>
            <a:r>
              <a:rPr lang="en-US" b="1" dirty="0"/>
              <a:t>class and object</a:t>
            </a:r>
            <a:r>
              <a:rPr lang="en-US" dirty="0"/>
              <a:t>. Even to write a single hello world program, we need to declare a class.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supports </a:t>
            </a:r>
            <a:r>
              <a:rPr lang="en-US" b="1" dirty="0"/>
              <a:t>encapsulation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supports </a:t>
            </a:r>
            <a:r>
              <a:rPr lang="en-US" b="1" dirty="0"/>
              <a:t>abstraction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supports </a:t>
            </a:r>
            <a:r>
              <a:rPr lang="en-US" b="1" dirty="0"/>
              <a:t>inheritance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supports </a:t>
            </a:r>
            <a:r>
              <a:rPr lang="en-US" b="1" dirty="0"/>
              <a:t>polymorphism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40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JVM Architecture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JVM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JVM(Java Virtual Machine) acts as a run-time engine to run Java applications.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converts Java bytecode into machines language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JVM is a part of JRE(Java Runtime Environment).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FA5536A-4CDA-4F2C-8918-337EB90C55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42" y="3463786"/>
            <a:ext cx="4798115" cy="260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9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JVM Architecture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JVM Works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the Java programming language, all source code is first written in plain text files ending with the </a:t>
            </a:r>
            <a:r>
              <a:rPr lang="en-US" b="1" dirty="0"/>
              <a:t>.java </a:t>
            </a:r>
            <a:r>
              <a:rPr lang="en-US" dirty="0"/>
              <a:t>extension.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Those source files are then compiled into </a:t>
            </a:r>
            <a:r>
              <a:rPr lang="en-US" b="1" dirty="0"/>
              <a:t>.class </a:t>
            </a:r>
            <a:r>
              <a:rPr lang="en-US" dirty="0"/>
              <a:t>files by the </a:t>
            </a:r>
            <a:r>
              <a:rPr lang="en-US" b="1" dirty="0" err="1"/>
              <a:t>javac</a:t>
            </a:r>
            <a:r>
              <a:rPr lang="en-US" dirty="0"/>
              <a:t> compiler.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 A .class file does not contain code that is native to your processor; it instead contains </a:t>
            </a:r>
            <a:r>
              <a:rPr lang="en-US" b="1" i="1" dirty="0"/>
              <a:t>bytecodes</a:t>
            </a:r>
            <a:r>
              <a:rPr lang="en-US" dirty="0"/>
              <a:t>—the machine language of the Java Virtual Machine (Java VM).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java launcher tool then runs application with an instance of the Java Virtual Machine.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B86B14-E81A-44D1-AFD9-23E0B5314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2" y="4878399"/>
            <a:ext cx="55530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6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JVM Architecture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Java is Platform Independent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meaning of platform-independent is that the java compiled code(byte code) can run on all operating systems.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Java VM is available on many different operating systems.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 a result, the same .class files can run on Microsoft Windows, Linux, Mac OS and so 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6F2F4-9E51-457F-86CE-42AE766B5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204" y="3702532"/>
            <a:ext cx="3985591" cy="242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9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 Program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Hello World Program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Create a </a:t>
            </a:r>
            <a:r>
              <a:rPr lang="en-US" b="1" dirty="0"/>
              <a:t>HelloWorld.java</a:t>
            </a:r>
            <a:r>
              <a:rPr lang="en-US" dirty="0"/>
              <a:t> source file.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Write the following code in the source file.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AE8C9B-9D6A-46BB-A85F-6DC3F8DF595E}"/>
              </a:ext>
            </a:extLst>
          </p:cNvPr>
          <p:cNvSpPr/>
          <p:nvPr/>
        </p:nvSpPr>
        <p:spPr>
          <a:xfrm>
            <a:off x="2286000" y="188242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dirty="0">
              <a:latin typeface="Courier" charset="0"/>
            </a:endParaRPr>
          </a:p>
        </p:txBody>
      </p:sp>
      <p:pic>
        <p:nvPicPr>
          <p:cNvPr id="9" name="Picture 8" descr="A picture containing bird&#10;&#10;Description automatically generated">
            <a:extLst>
              <a:ext uri="{FF2B5EF4-FFF2-40B4-BE49-F238E27FC236}">
                <a16:creationId xmlns:a16="http://schemas.microsoft.com/office/drawing/2014/main" id="{08D5F756-2651-41D6-B24D-E35AB4D7BB5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58" y="3317960"/>
            <a:ext cx="6554284" cy="17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49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 Program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Execute Hello World Program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To compile </a:t>
            </a:r>
            <a:r>
              <a:rPr lang="en-US" b="1" dirty="0"/>
              <a:t>HelloWorld.java</a:t>
            </a:r>
            <a:r>
              <a:rPr lang="en-US" dirty="0"/>
              <a:t>, use the compiler. If successful, it will produce a file called </a:t>
            </a:r>
            <a:r>
              <a:rPr lang="en-US" b="1" dirty="0" err="1"/>
              <a:t>HelloWorld.class</a:t>
            </a:r>
            <a:r>
              <a:rPr lang="en-US" b="1" dirty="0"/>
              <a:t> </a:t>
            </a:r>
            <a:r>
              <a:rPr lang="en-US" dirty="0"/>
              <a:t>in the same directory.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&gt; </a:t>
            </a:r>
            <a:r>
              <a:rPr lang="en-US" dirty="0" err="1"/>
              <a:t>javac</a:t>
            </a:r>
            <a:r>
              <a:rPr lang="en-US" dirty="0"/>
              <a:t> HelloWorld.java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To execute, run the Java VM and include the name of the class which contains the "main" method as the first command line parameter.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ctr"/>
            <a:r>
              <a:rPr lang="en-US" dirty="0"/>
              <a:t>&gt; java HelloWorld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AE8C9B-9D6A-46BB-A85F-6DC3F8DF595E}"/>
              </a:ext>
            </a:extLst>
          </p:cNvPr>
          <p:cNvSpPr/>
          <p:nvPr/>
        </p:nvSpPr>
        <p:spPr>
          <a:xfrm>
            <a:off x="2286000" y="188242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dirty="0">
              <a:latin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73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Head First Java, By Kathy Sierra and Bert Bates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713" y="3428999"/>
            <a:ext cx="1966501" cy="2438385"/>
          </a:xfrm>
          <a:prstGeom prst="rect">
            <a:avLst/>
          </a:prstGeom>
        </p:spPr>
      </p:pic>
      <p:pic>
        <p:nvPicPr>
          <p:cNvPr id="6" name="Picture 5" descr="A screenshot of a cell phone screen with text&#10;&#10;Description automatically generated">
            <a:extLst>
              <a:ext uri="{FF2B5EF4-FFF2-40B4-BE49-F238E27FC236}">
                <a16:creationId xmlns:a16="http://schemas.microsoft.com/office/drawing/2014/main" id="{6400E9D8-4778-4860-B1E7-76A2F214C0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47" y="3429000"/>
            <a:ext cx="222474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https://www.cs.mcgill.ca/~rwest/wikispeedia/wpcd/wp/p/Programming_language.htm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https://www.scriptol.com/programming/history.php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558</TotalTime>
  <Words>1316</Words>
  <Application>Microsoft Office PowerPoint</Application>
  <PresentationFormat>On-screen Show (4:3)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</vt:lpstr>
      <vt:lpstr>Corbel</vt:lpstr>
      <vt:lpstr>Courier</vt:lpstr>
      <vt:lpstr>Times New Roman</vt:lpstr>
      <vt:lpstr>Wingdings</vt:lpstr>
      <vt:lpstr>Spectrum</vt:lpstr>
      <vt:lpstr>Introducing Java</vt:lpstr>
      <vt:lpstr>Lecture Outline</vt:lpstr>
      <vt:lpstr>History of Programming Languages</vt:lpstr>
      <vt:lpstr>History of Programming Languages</vt:lpstr>
      <vt:lpstr>History of Programming Languages</vt:lpstr>
      <vt:lpstr>Importance of OOP</vt:lpstr>
      <vt:lpstr>Importance of OOP</vt:lpstr>
      <vt:lpstr>Importance of OOP</vt:lpstr>
      <vt:lpstr>Importance of OOP</vt:lpstr>
      <vt:lpstr>Importance of OOP</vt:lpstr>
      <vt:lpstr>Importance of OOP</vt:lpstr>
      <vt:lpstr>Importance of OOP</vt:lpstr>
      <vt:lpstr>Importance of OOP</vt:lpstr>
      <vt:lpstr>Java as OOP Language</vt:lpstr>
      <vt:lpstr>JVM Architecture</vt:lpstr>
      <vt:lpstr>JVM Architecture</vt:lpstr>
      <vt:lpstr>JVM Architecture</vt:lpstr>
      <vt:lpstr>Hello World Program</vt:lpstr>
      <vt:lpstr>Hello World Program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12</cp:revision>
  <dcterms:created xsi:type="dcterms:W3CDTF">2018-12-10T17:20:29Z</dcterms:created>
  <dcterms:modified xsi:type="dcterms:W3CDTF">2024-10-31T20:23:12Z</dcterms:modified>
</cp:coreProperties>
</file>
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60" r:id="rId4"/>
  </p:sldMasterIdLst>
  <p:notesMasterIdLst>
    <p:notesMasterId r:id="rId29"/>
  </p:notesMasterIdLst>
  <p:handoutMasterIdLst>
    <p:handoutMasterId r:id="rId30"/>
  </p:handoutMasterIdLst>
  <p:sldIdLst>
    <p:sldId id="258" r:id="rId5"/>
    <p:sldId id="271" r:id="rId6"/>
    <p:sldId id="272" r:id="rId7"/>
    <p:sldId id="273" r:id="rId8"/>
    <p:sldId id="274" r:id="rId9"/>
    <p:sldId id="294" r:id="rId10"/>
    <p:sldId id="275" r:id="rId11"/>
    <p:sldId id="276" r:id="rId12"/>
    <p:sldId id="277" r:id="rId13"/>
    <p:sldId id="278" r:id="rId14"/>
    <p:sldId id="279" r:id="rId15"/>
    <p:sldId id="280" r:id="rId16"/>
    <p:sldId id="281" r:id="rId17"/>
    <p:sldId id="282" r:id="rId18"/>
    <p:sldId id="283" r:id="rId19"/>
    <p:sldId id="284" r:id="rId20"/>
    <p:sldId id="285" r:id="rId21"/>
    <p:sldId id="286" r:id="rId22"/>
    <p:sldId id="287" r:id="rId23"/>
    <p:sldId id="288" r:id="rId24"/>
    <p:sldId id="289" r:id="rId25"/>
    <p:sldId id="290" r:id="rId26"/>
    <p:sldId id="291" r:id="rId27"/>
    <p:sldId id="293" r:id="rId28"/>
  </p:sldIdLst>
  <p:sldSz cx="12192000" cy="6858000"/>
  <p:notesSz cx="9296400" cy="7010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204040-E92F-464B-9C18-9221CF6A0A61}" v="2" dt="2020-10-30T23:52:36.423"/>
    <p1510:client id="{76FF29D0-4875-40D3-B631-D243CCB41C65}" v="1" dt="2019-09-12T01:36:39.138"/>
    <p1510:client id="{B9D7E13C-39D5-4494-AFFD-29006F5BDDAD}" v="8" dt="2020-01-22T05:28:13.117"/>
  </p1510:revLst>
</p1510:revInfo>
</file>

<file path=ppt/tableStyles.xml><?xml version="1.0" encoding="utf-8"?>
<a:tblStyleLst xmlns:a="http://schemas.openxmlformats.org/drawingml/2006/main" def="{125E5076-3810-47DD-B79F-674D7AD40C01}">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0" d="100"/>
          <a:sy n="60" d="100"/>
        </p:scale>
        <p:origin x="3187" y="4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microsoft.com/office/2015/10/relationships/revisionInfo" Target="revisionInfo.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C0FB670-7427-4185-8511-6F36A014306E}"/>
              </a:ext>
            </a:extLst>
          </p:cNvPr>
          <p:cNvSpPr>
            <a:spLocks noGrp="1"/>
          </p:cNvSpPr>
          <p:nvPr>
            <p:ph type="hdr" sz="quarter"/>
          </p:nvPr>
        </p:nvSpPr>
        <p:spPr>
          <a:xfrm>
            <a:off x="0" y="1"/>
            <a:ext cx="4028440" cy="351737"/>
          </a:xfrm>
          <a:prstGeom prst="rect">
            <a:avLst/>
          </a:prstGeom>
        </p:spPr>
        <p:txBody>
          <a:bodyPr vert="horz" lIns="93177" tIns="46589" rIns="93177" bIns="46589" rtlCol="0"/>
          <a:lstStyle>
            <a:lvl1pPr algn="l">
              <a:defRPr sz="1200"/>
            </a:lvl1pPr>
          </a:lstStyle>
          <a:p>
            <a:endParaRPr lang="en-US" dirty="0"/>
          </a:p>
        </p:txBody>
      </p:sp>
      <p:sp>
        <p:nvSpPr>
          <p:cNvPr id="3" name="Date Placeholder 2">
            <a:extLst>
              <a:ext uri="{FF2B5EF4-FFF2-40B4-BE49-F238E27FC236}">
                <a16:creationId xmlns:a16="http://schemas.microsoft.com/office/drawing/2014/main" id="{6AED473D-6081-4804-9B28-4FA7D2C3831D}"/>
              </a:ext>
            </a:extLst>
          </p:cNvPr>
          <p:cNvSpPr>
            <a:spLocks noGrp="1"/>
          </p:cNvSpPr>
          <p:nvPr>
            <p:ph type="dt" sz="quarter" idx="1"/>
          </p:nvPr>
        </p:nvSpPr>
        <p:spPr>
          <a:xfrm>
            <a:off x="5265809" y="1"/>
            <a:ext cx="4028440" cy="351737"/>
          </a:xfrm>
          <a:prstGeom prst="rect">
            <a:avLst/>
          </a:prstGeom>
        </p:spPr>
        <p:txBody>
          <a:bodyPr vert="horz" lIns="93177" tIns="46589" rIns="93177" bIns="46589" rtlCol="0"/>
          <a:lstStyle>
            <a:lvl1pPr algn="r">
              <a:defRPr sz="1200"/>
            </a:lvl1pPr>
          </a:lstStyle>
          <a:p>
            <a:fld id="{1939C193-D30F-4B7A-8956-32E4F6D9D2C9}" type="datetimeFigureOut">
              <a:rPr lang="en-US" smtClean="0"/>
              <a:t>1/20/2023</a:t>
            </a:fld>
            <a:endParaRPr lang="en-US" dirty="0"/>
          </a:p>
        </p:txBody>
      </p:sp>
      <p:sp>
        <p:nvSpPr>
          <p:cNvPr id="4" name="Footer Placeholder 3">
            <a:extLst>
              <a:ext uri="{FF2B5EF4-FFF2-40B4-BE49-F238E27FC236}">
                <a16:creationId xmlns:a16="http://schemas.microsoft.com/office/drawing/2014/main" id="{23B68452-BA11-400A-8E67-C003922CC3DD}"/>
              </a:ext>
            </a:extLst>
          </p:cNvPr>
          <p:cNvSpPr>
            <a:spLocks noGrp="1"/>
          </p:cNvSpPr>
          <p:nvPr>
            <p:ph type="ftr" sz="quarter" idx="2"/>
          </p:nvPr>
        </p:nvSpPr>
        <p:spPr>
          <a:xfrm>
            <a:off x="0" y="6658664"/>
            <a:ext cx="4028440" cy="351736"/>
          </a:xfrm>
          <a:prstGeom prst="rect">
            <a:avLst/>
          </a:prstGeom>
        </p:spPr>
        <p:txBody>
          <a:bodyPr vert="horz" lIns="93177" tIns="46589" rIns="93177" bIns="46589"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A190A332-336E-4B1B-9128-655A1F9DBA41}"/>
              </a:ext>
            </a:extLst>
          </p:cNvPr>
          <p:cNvSpPr>
            <a:spLocks noGrp="1"/>
          </p:cNvSpPr>
          <p:nvPr>
            <p:ph type="sldNum" sz="quarter" idx="3"/>
          </p:nvPr>
        </p:nvSpPr>
        <p:spPr>
          <a:xfrm>
            <a:off x="5265809" y="6658664"/>
            <a:ext cx="4028440" cy="351736"/>
          </a:xfrm>
          <a:prstGeom prst="rect">
            <a:avLst/>
          </a:prstGeom>
        </p:spPr>
        <p:txBody>
          <a:bodyPr vert="horz" lIns="93177" tIns="46589" rIns="93177" bIns="46589" rtlCol="0" anchor="b"/>
          <a:lstStyle>
            <a:lvl1pPr algn="r">
              <a:defRPr sz="1200"/>
            </a:lvl1pPr>
          </a:lstStyle>
          <a:p>
            <a:fld id="{982948B1-B6D3-4578-932F-6AE7124E5E13}" type="slidenum">
              <a:rPr lang="en-US" smtClean="0"/>
              <a:t>‹#›</a:t>
            </a:fld>
            <a:endParaRPr lang="en-US" dirty="0"/>
          </a:p>
        </p:txBody>
      </p:sp>
    </p:spTree>
    <p:extLst>
      <p:ext uri="{BB962C8B-B14F-4D97-AF65-F5344CB8AC3E}">
        <p14:creationId xmlns:p14="http://schemas.microsoft.com/office/powerpoint/2010/main" val="23551354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4028440" cy="351737"/>
          </a:xfrm>
          <a:prstGeom prst="rect">
            <a:avLst/>
          </a:prstGeom>
        </p:spPr>
        <p:txBody>
          <a:bodyPr vert="horz" lIns="93177" tIns="46589" rIns="93177" bIns="46589" rtlCol="0"/>
          <a:lstStyle>
            <a:lvl1pPr algn="l">
              <a:defRPr sz="1200"/>
            </a:lvl1pPr>
          </a:lstStyle>
          <a:p>
            <a:endParaRPr lang="en-US" dirty="0"/>
          </a:p>
        </p:txBody>
      </p:sp>
      <p:sp>
        <p:nvSpPr>
          <p:cNvPr id="3" name="Date Placeholder 2"/>
          <p:cNvSpPr>
            <a:spLocks noGrp="1"/>
          </p:cNvSpPr>
          <p:nvPr>
            <p:ph type="dt" idx="1"/>
          </p:nvPr>
        </p:nvSpPr>
        <p:spPr>
          <a:xfrm>
            <a:off x="5265809" y="1"/>
            <a:ext cx="4028440" cy="351737"/>
          </a:xfrm>
          <a:prstGeom prst="rect">
            <a:avLst/>
          </a:prstGeom>
        </p:spPr>
        <p:txBody>
          <a:bodyPr vert="horz" lIns="93177" tIns="46589" rIns="93177" bIns="46589" rtlCol="0"/>
          <a:lstStyle>
            <a:lvl1pPr algn="r">
              <a:defRPr sz="1200"/>
            </a:lvl1pPr>
          </a:lstStyle>
          <a:p>
            <a:fld id="{9A6AC78B-5884-4D24-983C-916233003E85}" type="datetimeFigureOut">
              <a:rPr lang="en-US" smtClean="0"/>
              <a:t>1/20/2023</a:t>
            </a:fld>
            <a:endParaRPr lang="en-US" dirty="0"/>
          </a:p>
        </p:txBody>
      </p:sp>
      <p:sp>
        <p:nvSpPr>
          <p:cNvPr id="4" name="Slide Image Placeholder 3"/>
          <p:cNvSpPr>
            <a:spLocks noGrp="1" noRot="1" noChangeAspect="1"/>
          </p:cNvSpPr>
          <p:nvPr>
            <p:ph type="sldImg" idx="2"/>
          </p:nvPr>
        </p:nvSpPr>
        <p:spPr>
          <a:xfrm>
            <a:off x="2546350" y="876300"/>
            <a:ext cx="4203700" cy="2365375"/>
          </a:xfrm>
          <a:prstGeom prst="rect">
            <a:avLst/>
          </a:prstGeom>
          <a:noFill/>
          <a:ln w="12700">
            <a:solidFill>
              <a:prstClr val="black"/>
            </a:solidFill>
          </a:ln>
        </p:spPr>
        <p:txBody>
          <a:bodyPr vert="horz" lIns="93177" tIns="46589" rIns="93177" bIns="46589" rtlCol="0" anchor="ctr"/>
          <a:lstStyle/>
          <a:p>
            <a:endParaRPr lang="en-US" dirty="0"/>
          </a:p>
        </p:txBody>
      </p:sp>
      <p:sp>
        <p:nvSpPr>
          <p:cNvPr id="5" name="Notes Placeholder 4"/>
          <p:cNvSpPr>
            <a:spLocks noGrp="1"/>
          </p:cNvSpPr>
          <p:nvPr>
            <p:ph type="body" sz="quarter" idx="3"/>
          </p:nvPr>
        </p:nvSpPr>
        <p:spPr>
          <a:xfrm>
            <a:off x="929640" y="3373754"/>
            <a:ext cx="7437120" cy="2760346"/>
          </a:xfrm>
          <a:prstGeom prst="rect">
            <a:avLst/>
          </a:prstGeom>
        </p:spPr>
        <p:txBody>
          <a:bodyPr vert="horz" lIns="93177" tIns="46589" rIns="93177" bIns="46589"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658664"/>
            <a:ext cx="4028440" cy="351736"/>
          </a:xfrm>
          <a:prstGeom prst="rect">
            <a:avLst/>
          </a:prstGeom>
        </p:spPr>
        <p:txBody>
          <a:bodyPr vert="horz" lIns="93177" tIns="46589" rIns="93177" bIns="46589" rtlCol="0" anchor="b"/>
          <a:lstStyle>
            <a:lvl1pPr algn="l">
              <a:defRPr sz="1200"/>
            </a:lvl1pPr>
          </a:lstStyle>
          <a:p>
            <a:endParaRPr lang="en-US" dirty="0"/>
          </a:p>
        </p:txBody>
      </p:sp>
      <p:sp>
        <p:nvSpPr>
          <p:cNvPr id="7" name="Slide Number Placeholder 6"/>
          <p:cNvSpPr>
            <a:spLocks noGrp="1"/>
          </p:cNvSpPr>
          <p:nvPr>
            <p:ph type="sldNum" sz="quarter" idx="5"/>
          </p:nvPr>
        </p:nvSpPr>
        <p:spPr>
          <a:xfrm>
            <a:off x="5265809" y="6658664"/>
            <a:ext cx="4028440" cy="351736"/>
          </a:xfrm>
          <a:prstGeom prst="rect">
            <a:avLst/>
          </a:prstGeom>
        </p:spPr>
        <p:txBody>
          <a:bodyPr vert="horz" lIns="93177" tIns="46589" rIns="93177" bIns="46589" rtlCol="0" anchor="b"/>
          <a:lstStyle>
            <a:lvl1pPr algn="r">
              <a:defRPr sz="1200"/>
            </a:lvl1pPr>
          </a:lstStyle>
          <a:p>
            <a:fld id="{532AB528-7684-4A37-99F6-46340DCC2B35}" type="slidenum">
              <a:rPr lang="en-US" smtClean="0"/>
              <a:t>‹#›</a:t>
            </a:fld>
            <a:endParaRPr lang="en-US" dirty="0"/>
          </a:p>
        </p:txBody>
      </p:sp>
    </p:spTree>
    <p:extLst>
      <p:ext uri="{BB962C8B-B14F-4D97-AF65-F5344CB8AC3E}">
        <p14:creationId xmlns:p14="http://schemas.microsoft.com/office/powerpoint/2010/main" val="26728818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ection Header">
    <p:bg>
      <p:bgRef idx="1001">
        <a:schemeClr val="bg2"/>
      </p:bgRef>
    </p:bg>
    <p:spTree>
      <p:nvGrpSpPr>
        <p:cNvPr id="1" name=""/>
        <p:cNvGrpSpPr/>
        <p:nvPr/>
      </p:nvGrpSpPr>
      <p:grpSpPr>
        <a:xfrm>
          <a:off x="0" y="0"/>
          <a:ext cx="0" cy="0"/>
          <a:chOff x="0" y="0"/>
          <a:chExt cx="0" cy="0"/>
        </a:xfrm>
      </p:grpSpPr>
      <p:sp>
        <p:nvSpPr>
          <p:cNvPr id="12" name="Freeform 6" title="Page Number Shape"/>
          <p:cNvSpPr/>
          <p:nvPr userDrawn="1"/>
        </p:nvSpPr>
        <p:spPr bwMode="auto">
          <a:xfrm>
            <a:off x="11784011" y="345139"/>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2"/>
          </a:solidFill>
          <a:ln w="0">
            <a:noFill/>
            <a:prstDash val="solid"/>
            <a:round/>
            <a:headEnd/>
            <a:tailEnd/>
          </a:ln>
        </p:spPr>
      </p:sp>
      <p:sp>
        <p:nvSpPr>
          <p:cNvPr id="2" name="Title 1"/>
          <p:cNvSpPr>
            <a:spLocks noGrp="1"/>
          </p:cNvSpPr>
          <p:nvPr>
            <p:ph type="ctrTitle"/>
          </p:nvPr>
        </p:nvSpPr>
        <p:spPr>
          <a:xfrm>
            <a:off x="2578819" y="2270908"/>
            <a:ext cx="7034362" cy="2188992"/>
          </a:xfrm>
        </p:spPr>
        <p:txBody>
          <a:bodyPr anchor="ctr" anchorCtr="0">
            <a:noAutofit/>
          </a:bodyPr>
          <a:lstStyle>
            <a:lvl1pPr algn="ctr">
              <a:lnSpc>
                <a:spcPct val="85000"/>
              </a:lnSpc>
              <a:defRPr sz="6000" cap="all" baseline="0">
                <a:solidFill>
                  <a:schemeClr val="tx2"/>
                </a:solidFill>
              </a:defRPr>
            </a:lvl1pPr>
          </a:lstStyle>
          <a:p>
            <a:r>
              <a:rPr lang="en-US" noProof="0"/>
              <a:t>Click to edit Master title style</a:t>
            </a:r>
          </a:p>
        </p:txBody>
      </p:sp>
      <p:sp>
        <p:nvSpPr>
          <p:cNvPr id="3" name="Subtitle 2"/>
          <p:cNvSpPr>
            <a:spLocks noGrp="1"/>
          </p:cNvSpPr>
          <p:nvPr>
            <p:ph type="subTitle" idx="1"/>
          </p:nvPr>
        </p:nvSpPr>
        <p:spPr>
          <a:xfrm>
            <a:off x="2586793" y="5024051"/>
            <a:ext cx="7034362" cy="1052898"/>
          </a:xfrm>
        </p:spPr>
        <p:txBody>
          <a:bodyPr anchor="ctr" anchorCtr="0">
            <a:normAutofit/>
          </a:bodyPr>
          <a:lstStyle>
            <a:lvl1pPr marL="0" indent="0" algn="ctr">
              <a:lnSpc>
                <a:spcPct val="114000"/>
              </a:lnSpc>
              <a:spcBef>
                <a:spcPts val="0"/>
              </a:spcBef>
              <a:buNone/>
              <a:defRPr sz="2000" b="0" i="1" baseline="0">
                <a:solidFill>
                  <a:schemeClr val="tx2"/>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4" name="Date Placeholder 3"/>
          <p:cNvSpPr>
            <a:spLocks noGrp="1"/>
          </p:cNvSpPr>
          <p:nvPr>
            <p:ph type="dt" sz="half" idx="10"/>
          </p:nvPr>
        </p:nvSpPr>
        <p:spPr>
          <a:xfrm>
            <a:off x="2584338" y="6314440"/>
            <a:ext cx="1596622" cy="365125"/>
          </a:xfrm>
        </p:spPr>
        <p:txBody>
          <a:bodyPr/>
          <a:lstStyle>
            <a:lvl1pPr algn="l">
              <a:defRPr sz="1200">
                <a:solidFill>
                  <a:schemeClr val="tx2"/>
                </a:solidFill>
              </a:defRPr>
            </a:lvl1pPr>
          </a:lstStyle>
          <a:p>
            <a:fld id="{F35A1469-2D5F-4CF6-9A65-876A4BCDDACA}" type="datetime8">
              <a:rPr lang="en-US" noProof="0" smtClean="0"/>
              <a:t>1/20/2023 11:10 PM</a:t>
            </a:fld>
            <a:endParaRPr lang="en-US" noProof="0" dirty="0"/>
          </a:p>
        </p:txBody>
      </p:sp>
      <p:sp>
        <p:nvSpPr>
          <p:cNvPr id="5" name="Footer Placeholder 4"/>
          <p:cNvSpPr>
            <a:spLocks noGrp="1"/>
          </p:cNvSpPr>
          <p:nvPr>
            <p:ph type="ftr" sz="quarter" idx="11"/>
          </p:nvPr>
        </p:nvSpPr>
        <p:spPr>
          <a:xfrm>
            <a:off x="4515066" y="6314440"/>
            <a:ext cx="5122683" cy="365125"/>
          </a:xfrm>
        </p:spPr>
        <p:txBody>
          <a:bodyPr/>
          <a:lstStyle>
            <a:lvl1pPr algn="l">
              <a:defRPr b="0">
                <a:solidFill>
                  <a:schemeClr val="tx2"/>
                </a:solidFill>
              </a:defRPr>
            </a:lvl1pPr>
          </a:lstStyle>
          <a:p>
            <a:r>
              <a:rPr lang="en-US" noProof="0" dirty="0"/>
              <a:t>Add a footer </a:t>
            </a:r>
          </a:p>
        </p:txBody>
      </p:sp>
      <p:sp>
        <p:nvSpPr>
          <p:cNvPr id="6" name="Slide Number Placeholder 5"/>
          <p:cNvSpPr>
            <a:spLocks noGrp="1"/>
          </p:cNvSpPr>
          <p:nvPr>
            <p:ph type="sldNum" sz="quarter" idx="12"/>
          </p:nvPr>
        </p:nvSpPr>
        <p:spPr>
          <a:xfrm>
            <a:off x="11784011" y="572151"/>
            <a:ext cx="407988" cy="365125"/>
          </a:xfrm>
        </p:spPr>
        <p:txBody>
          <a:bodyPr/>
          <a:lstStyle>
            <a:lvl1pPr algn="r">
              <a:defRPr>
                <a:solidFill>
                  <a:schemeClr val="bg2"/>
                </a:solidFill>
              </a:defRPr>
            </a:lvl1pPr>
          </a:lstStyle>
          <a:p>
            <a:fld id="{7AAC19ED-7CFA-4AF2-BE7E-6017F4B12C94}" type="slidenum">
              <a:rPr lang="en-US" noProof="0" smtClean="0"/>
              <a:t>‹#›</a:t>
            </a:fld>
            <a:endParaRPr lang="en-US" noProof="0" dirty="0"/>
          </a:p>
        </p:txBody>
      </p:sp>
    </p:spTree>
    <p:extLst>
      <p:ext uri="{BB962C8B-B14F-4D97-AF65-F5344CB8AC3E}">
        <p14:creationId xmlns:p14="http://schemas.microsoft.com/office/powerpoint/2010/main" val="161154961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79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2" name="Freeform 6" title="Page Number Shape"/>
          <p:cNvSpPr/>
          <p:nvPr/>
        </p:nvSpPr>
        <p:spPr bwMode="auto">
          <a:xfrm>
            <a:off x="11784011" y="118920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2"/>
          </a:solidFill>
          <a:ln w="0">
            <a:noFill/>
            <a:prstDash val="solid"/>
            <a:round/>
            <a:headEnd/>
            <a:tailEnd/>
          </a:ln>
        </p:spPr>
      </p:sp>
      <p:sp>
        <p:nvSpPr>
          <p:cNvPr id="2" name="Title 1"/>
          <p:cNvSpPr>
            <a:spLocks noGrp="1"/>
          </p:cNvSpPr>
          <p:nvPr>
            <p:ph type="ctrTitle"/>
          </p:nvPr>
        </p:nvSpPr>
        <p:spPr>
          <a:xfrm>
            <a:off x="1088913" y="1143293"/>
            <a:ext cx="7034362" cy="4268965"/>
          </a:xfrm>
        </p:spPr>
        <p:txBody>
          <a:bodyPr anchor="t">
            <a:normAutofit/>
          </a:bodyPr>
          <a:lstStyle>
            <a:lvl1pPr algn="l">
              <a:lnSpc>
                <a:spcPct val="85000"/>
              </a:lnSpc>
              <a:defRPr sz="7700" cap="all" baseline="0">
                <a:solidFill>
                  <a:schemeClr val="tx2"/>
                </a:solidFill>
              </a:defRPr>
            </a:lvl1pPr>
          </a:lstStyle>
          <a:p>
            <a:r>
              <a:rPr lang="en-US" noProof="0"/>
              <a:t>Click to edit Master title style</a:t>
            </a:r>
          </a:p>
        </p:txBody>
      </p:sp>
      <p:sp>
        <p:nvSpPr>
          <p:cNvPr id="3" name="Subtitle 2"/>
          <p:cNvSpPr>
            <a:spLocks noGrp="1"/>
          </p:cNvSpPr>
          <p:nvPr>
            <p:ph type="subTitle" idx="1"/>
          </p:nvPr>
        </p:nvSpPr>
        <p:spPr>
          <a:xfrm>
            <a:off x="1088914" y="5537925"/>
            <a:ext cx="7034362" cy="706355"/>
          </a:xfrm>
        </p:spPr>
        <p:txBody>
          <a:bodyPr>
            <a:normAutofit/>
          </a:bodyPr>
          <a:lstStyle>
            <a:lvl1pPr marL="0" indent="0" algn="l">
              <a:lnSpc>
                <a:spcPct val="114000"/>
              </a:lnSpc>
              <a:spcBef>
                <a:spcPts val="0"/>
              </a:spcBef>
              <a:buNone/>
              <a:defRPr sz="2000" b="0" i="1"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4" name="Date Placeholder 3"/>
          <p:cNvSpPr>
            <a:spLocks noGrp="1"/>
          </p:cNvSpPr>
          <p:nvPr>
            <p:ph type="dt" sz="half" idx="10"/>
          </p:nvPr>
        </p:nvSpPr>
        <p:spPr>
          <a:xfrm>
            <a:off x="1088913" y="6314440"/>
            <a:ext cx="1596622" cy="365125"/>
          </a:xfrm>
        </p:spPr>
        <p:txBody>
          <a:bodyPr/>
          <a:lstStyle>
            <a:lvl1pPr algn="l">
              <a:defRPr sz="1200">
                <a:solidFill>
                  <a:schemeClr val="tx2"/>
                </a:solidFill>
              </a:defRPr>
            </a:lvl1pPr>
          </a:lstStyle>
          <a:p>
            <a:fld id="{0CEE1DAB-B868-4EEB-BD54-B9BAB6F58361}" type="datetime8">
              <a:rPr lang="en-US" noProof="0" smtClean="0"/>
              <a:t>1/20/2023 11:10 PM</a:t>
            </a:fld>
            <a:endParaRPr lang="en-US" noProof="0" dirty="0"/>
          </a:p>
        </p:txBody>
      </p:sp>
      <p:sp>
        <p:nvSpPr>
          <p:cNvPr id="5" name="Footer Placeholder 4"/>
          <p:cNvSpPr>
            <a:spLocks noGrp="1"/>
          </p:cNvSpPr>
          <p:nvPr>
            <p:ph type="ftr" sz="quarter" idx="11"/>
          </p:nvPr>
        </p:nvSpPr>
        <p:spPr>
          <a:xfrm>
            <a:off x="3000591" y="6314440"/>
            <a:ext cx="5122683" cy="365125"/>
          </a:xfrm>
        </p:spPr>
        <p:txBody>
          <a:bodyPr/>
          <a:lstStyle>
            <a:lvl1pPr algn="l">
              <a:defRPr b="0">
                <a:solidFill>
                  <a:schemeClr val="tx2"/>
                </a:solidFill>
              </a:defRPr>
            </a:lvl1pPr>
          </a:lstStyle>
          <a:p>
            <a:r>
              <a:rPr lang="en-US" noProof="0" dirty="0"/>
              <a:t>Add a footer</a:t>
            </a:r>
          </a:p>
          <a:p>
            <a:endParaRPr lang="en-US" noProof="0" dirty="0"/>
          </a:p>
        </p:txBody>
      </p:sp>
      <p:sp>
        <p:nvSpPr>
          <p:cNvPr id="6" name="Slide Number Placeholder 5"/>
          <p:cNvSpPr>
            <a:spLocks noGrp="1"/>
          </p:cNvSpPr>
          <p:nvPr>
            <p:ph type="sldNum" sz="quarter" idx="12"/>
          </p:nvPr>
        </p:nvSpPr>
        <p:spPr>
          <a:xfrm>
            <a:off x="11784011" y="1416216"/>
            <a:ext cx="407988" cy="365125"/>
          </a:xfrm>
        </p:spPr>
        <p:txBody>
          <a:bodyPr/>
          <a:lstStyle>
            <a:lvl1pPr algn="r">
              <a:defRPr>
                <a:solidFill>
                  <a:schemeClr val="bg2"/>
                </a:solidFill>
              </a:defRPr>
            </a:lvl1pPr>
          </a:lstStyle>
          <a:p>
            <a:fld id="{7AAC19ED-7CFA-4AF2-BE7E-6017F4B12C94}" type="slidenum">
              <a:rPr lang="en-US" noProof="0" smtClean="0"/>
              <a:t>‹#›</a:t>
            </a:fld>
            <a:endParaRPr lang="en-US" noProof="0" dirty="0"/>
          </a:p>
        </p:txBody>
      </p:sp>
      <p:cxnSp>
        <p:nvCxnSpPr>
          <p:cNvPr id="9" name="Straight Connector 8" title="Verticle Rule Line"/>
          <p:cNvCxnSpPr/>
          <p:nvPr/>
        </p:nvCxnSpPr>
        <p:spPr>
          <a:xfrm>
            <a:off x="773855" y="1257300"/>
            <a:ext cx="0" cy="560070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137714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79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noProof="0"/>
              <a:t>CLICK TO EDIT MASTER TITLE STYLE</a:t>
            </a:r>
          </a:p>
        </p:txBody>
      </p:sp>
      <p:sp>
        <p:nvSpPr>
          <p:cNvPr id="3" name="Content Placeholder 2"/>
          <p:cNvSpPr>
            <a:spLocks noGrp="1"/>
          </p:cNvSpPr>
          <p:nvPr>
            <p:ph idx="1" hasCustomPrompt="1"/>
          </p:nvPr>
        </p:nvSpPr>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10"/>
          </p:nvPr>
        </p:nvSpPr>
        <p:spPr/>
        <p:txBody>
          <a:bodyPr/>
          <a:lstStyle/>
          <a:p>
            <a:fld id="{525A88A9-102E-4111-86E0-D51E9CB704AA}" type="datetime8">
              <a:rPr lang="en-US" noProof="0" smtClean="0"/>
              <a:t>1/20/2023 11:10 PM</a:t>
            </a:fld>
            <a:endParaRPr lang="en-US" noProof="0" dirty="0"/>
          </a:p>
        </p:txBody>
      </p:sp>
      <p:sp>
        <p:nvSpPr>
          <p:cNvPr id="5" name="Footer Placeholder 4"/>
          <p:cNvSpPr>
            <a:spLocks noGrp="1"/>
          </p:cNvSpPr>
          <p:nvPr>
            <p:ph type="ftr" sz="quarter" idx="11"/>
          </p:nvPr>
        </p:nvSpPr>
        <p:spPr/>
        <p:txBody>
          <a:bodyPr/>
          <a:lstStyle/>
          <a:p>
            <a:r>
              <a:rPr lang="en-US" noProof="0" dirty="0"/>
              <a:t>Add a footer</a:t>
            </a:r>
          </a:p>
          <a:p>
            <a:endParaRPr lang="en-US" noProof="0" dirty="0"/>
          </a:p>
        </p:txBody>
      </p:sp>
      <p:sp>
        <p:nvSpPr>
          <p:cNvPr id="6" name="Slide Number Placeholder 5"/>
          <p:cNvSpPr>
            <a:spLocks noGrp="1"/>
          </p:cNvSpPr>
          <p:nvPr>
            <p:ph type="sldNum" sz="quarter" idx="12"/>
          </p:nvPr>
        </p:nvSpPr>
        <p:spPr/>
        <p:txBody>
          <a:bodyPr/>
          <a:lstStyle/>
          <a:p>
            <a:fld id="{7AAC19ED-7CFA-4AF2-BE7E-6017F4B12C94}" type="slidenum">
              <a:rPr lang="en-US" noProof="0" smtClean="0"/>
              <a:t>‹#›</a:t>
            </a:fld>
            <a:endParaRPr lang="en-US" noProof="0" dirty="0"/>
          </a:p>
        </p:txBody>
      </p:sp>
    </p:spTree>
    <p:extLst>
      <p:ext uri="{BB962C8B-B14F-4D97-AF65-F5344CB8AC3E}">
        <p14:creationId xmlns:p14="http://schemas.microsoft.com/office/powerpoint/2010/main" val="10699341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62000" y="559678"/>
            <a:ext cx="3833906" cy="2278772"/>
          </a:xfrm>
        </p:spPr>
        <p:txBody>
          <a:bodyPr/>
          <a:lstStyle/>
          <a:p>
            <a:r>
              <a:rPr lang="en-US" noProof="0"/>
              <a:t>Click to edit Master title style</a:t>
            </a:r>
          </a:p>
        </p:txBody>
      </p:sp>
      <p:sp>
        <p:nvSpPr>
          <p:cNvPr id="3" name="Content Placeholder 2"/>
          <p:cNvSpPr>
            <a:spLocks noGrp="1"/>
          </p:cNvSpPr>
          <p:nvPr>
            <p:ph idx="1" hasCustomPrompt="1"/>
          </p:nvPr>
        </p:nvSpPr>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10"/>
          </p:nvPr>
        </p:nvSpPr>
        <p:spPr/>
        <p:txBody>
          <a:bodyPr/>
          <a:lstStyle/>
          <a:p>
            <a:fld id="{A346BD67-B37A-4DEF-9054-A91A6B18355E}" type="datetime8">
              <a:rPr lang="en-US" noProof="0" smtClean="0"/>
              <a:t>1/20/2023 11:10 PM</a:t>
            </a:fld>
            <a:endParaRPr lang="en-US" noProof="0" dirty="0"/>
          </a:p>
        </p:txBody>
      </p:sp>
      <p:sp>
        <p:nvSpPr>
          <p:cNvPr id="5" name="Footer Placeholder 4"/>
          <p:cNvSpPr>
            <a:spLocks noGrp="1"/>
          </p:cNvSpPr>
          <p:nvPr>
            <p:ph type="ftr" sz="quarter" idx="11"/>
          </p:nvPr>
        </p:nvSpPr>
        <p:spPr/>
        <p:txBody>
          <a:bodyPr/>
          <a:lstStyle/>
          <a:p>
            <a:r>
              <a:rPr lang="en-US" noProof="0" dirty="0"/>
              <a:t>Add a footer</a:t>
            </a:r>
          </a:p>
          <a:p>
            <a:endParaRPr lang="en-US" noProof="0" dirty="0"/>
          </a:p>
        </p:txBody>
      </p:sp>
      <p:sp>
        <p:nvSpPr>
          <p:cNvPr id="6" name="Slide Number Placeholder 5"/>
          <p:cNvSpPr>
            <a:spLocks noGrp="1"/>
          </p:cNvSpPr>
          <p:nvPr>
            <p:ph type="sldNum" sz="quarter" idx="12"/>
          </p:nvPr>
        </p:nvSpPr>
        <p:spPr/>
        <p:txBody>
          <a:bodyPr/>
          <a:lstStyle/>
          <a:p>
            <a:fld id="{7AAC19ED-7CFA-4AF2-BE7E-6017F4B12C94}" type="slidenum">
              <a:rPr lang="en-US" noProof="0" smtClean="0"/>
              <a:t>‹#›</a:t>
            </a:fld>
            <a:endParaRPr lang="en-US" noProof="0" dirty="0"/>
          </a:p>
        </p:txBody>
      </p:sp>
      <p:sp>
        <p:nvSpPr>
          <p:cNvPr id="8" name="Content Placeholder 7">
            <a:extLst>
              <a:ext uri="{FF2B5EF4-FFF2-40B4-BE49-F238E27FC236}">
                <a16:creationId xmlns:a16="http://schemas.microsoft.com/office/drawing/2014/main" id="{CEFBAD01-7A3E-42FB-9A1E-EAF5F97616A8}"/>
              </a:ext>
            </a:extLst>
          </p:cNvPr>
          <p:cNvSpPr>
            <a:spLocks noGrp="1"/>
          </p:cNvSpPr>
          <p:nvPr>
            <p:ph sz="quarter" idx="13" hasCustomPrompt="1"/>
          </p:nvPr>
        </p:nvSpPr>
        <p:spPr>
          <a:xfrm>
            <a:off x="762001" y="2981325"/>
            <a:ext cx="1866900" cy="2828925"/>
          </a:xfrm>
        </p:spPr>
        <p:txBody>
          <a:bodyPr/>
          <a:lstStyle/>
          <a:p>
            <a:pPr lvl="0"/>
            <a:r>
              <a:rPr lang="en-US" noProof="0"/>
              <a:t>Edit Master text styles</a:t>
            </a:r>
          </a:p>
        </p:txBody>
      </p:sp>
      <p:sp>
        <p:nvSpPr>
          <p:cNvPr id="9" name="Content Placeholder 7">
            <a:extLst>
              <a:ext uri="{FF2B5EF4-FFF2-40B4-BE49-F238E27FC236}">
                <a16:creationId xmlns:a16="http://schemas.microsoft.com/office/drawing/2014/main" id="{E983FCBB-03A1-486A-BDE2-92BD88EA0FCF}"/>
              </a:ext>
            </a:extLst>
          </p:cNvPr>
          <p:cNvSpPr>
            <a:spLocks noGrp="1"/>
          </p:cNvSpPr>
          <p:nvPr>
            <p:ph sz="quarter" idx="14" hasCustomPrompt="1"/>
          </p:nvPr>
        </p:nvSpPr>
        <p:spPr>
          <a:xfrm>
            <a:off x="2729006" y="2981325"/>
            <a:ext cx="1866900" cy="2828925"/>
          </a:xfrm>
        </p:spPr>
        <p:txBody>
          <a:bodyPr/>
          <a:lstStyle/>
          <a:p>
            <a:pPr lvl="0"/>
            <a:r>
              <a:rPr lang="en-US" noProof="0"/>
              <a:t>Edit Master text styles</a:t>
            </a:r>
          </a:p>
        </p:txBody>
      </p:sp>
    </p:spTree>
    <p:extLst>
      <p:ext uri="{BB962C8B-B14F-4D97-AF65-F5344CB8AC3E}">
        <p14:creationId xmlns:p14="http://schemas.microsoft.com/office/powerpoint/2010/main" val="32113653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D3432B8B-A85D-47CE-98BC-3DF0B2F26AF4}"/>
              </a:ext>
            </a:extLst>
          </p:cNvPr>
          <p:cNvSpPr/>
          <p:nvPr userDrawn="1"/>
        </p:nvSpPr>
        <p:spPr>
          <a:xfrm>
            <a:off x="0" y="0"/>
            <a:ext cx="609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p:cNvSpPr>
            <a:spLocks noGrp="1"/>
          </p:cNvSpPr>
          <p:nvPr>
            <p:ph type="title"/>
          </p:nvPr>
        </p:nvSpPr>
        <p:spPr>
          <a:xfrm>
            <a:off x="6375400" y="431747"/>
            <a:ext cx="5105400" cy="684633"/>
          </a:xfrm>
        </p:spPr>
        <p:txBody>
          <a:bodyPr/>
          <a:lstStyle>
            <a:lvl1pPr algn="ctr">
              <a:defRPr/>
            </a:lvl1pPr>
          </a:lstStyle>
          <a:p>
            <a:r>
              <a:rPr lang="en-US" noProof="0"/>
              <a:t>Click to edit Master title style</a:t>
            </a:r>
          </a:p>
        </p:txBody>
      </p:sp>
      <p:sp>
        <p:nvSpPr>
          <p:cNvPr id="3" name="Content Placeholder 2"/>
          <p:cNvSpPr>
            <a:spLocks noGrp="1"/>
          </p:cNvSpPr>
          <p:nvPr>
            <p:ph idx="1" hasCustomPrompt="1"/>
          </p:nvPr>
        </p:nvSpPr>
        <p:spPr>
          <a:xfrm>
            <a:off x="7088800" y="1468316"/>
            <a:ext cx="4831664" cy="3865070"/>
          </a:xfrm>
        </p:spPr>
        <p:txBody>
          <a:bodyPr anchor="ctr" anchorCtr="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10"/>
          </p:nvPr>
        </p:nvSpPr>
        <p:spPr/>
        <p:txBody>
          <a:bodyPr/>
          <a:lstStyle/>
          <a:p>
            <a:fld id="{F39235B7-901B-460F-BE63-E630BF7AD92D}" type="datetime8">
              <a:rPr lang="en-US" noProof="0" smtClean="0"/>
              <a:t>1/20/2023 11:10 PM</a:t>
            </a:fld>
            <a:endParaRPr lang="en-US" noProof="0" dirty="0"/>
          </a:p>
        </p:txBody>
      </p:sp>
      <p:sp>
        <p:nvSpPr>
          <p:cNvPr id="5" name="Footer Placeholder 4"/>
          <p:cNvSpPr>
            <a:spLocks noGrp="1"/>
          </p:cNvSpPr>
          <p:nvPr>
            <p:ph type="ftr" sz="quarter" idx="11"/>
          </p:nvPr>
        </p:nvSpPr>
        <p:spPr/>
        <p:txBody>
          <a:bodyPr/>
          <a:lstStyle/>
          <a:p>
            <a:r>
              <a:rPr lang="en-US" noProof="0" dirty="0"/>
              <a:t>Add a footer</a:t>
            </a:r>
          </a:p>
          <a:p>
            <a:endParaRPr lang="en-US" noProof="0" dirty="0"/>
          </a:p>
        </p:txBody>
      </p:sp>
      <p:sp>
        <p:nvSpPr>
          <p:cNvPr id="6" name="Slide Number Placeholder 5"/>
          <p:cNvSpPr>
            <a:spLocks noGrp="1"/>
          </p:cNvSpPr>
          <p:nvPr>
            <p:ph type="sldNum" sz="quarter" idx="12"/>
          </p:nvPr>
        </p:nvSpPr>
        <p:spPr/>
        <p:txBody>
          <a:bodyPr/>
          <a:lstStyle/>
          <a:p>
            <a:fld id="{7AAC19ED-7CFA-4AF2-BE7E-6017F4B12C94}" type="slidenum">
              <a:rPr lang="en-US" noProof="0" smtClean="0"/>
              <a:t>‹#›</a:t>
            </a:fld>
            <a:endParaRPr lang="en-US" noProof="0" dirty="0"/>
          </a:p>
        </p:txBody>
      </p:sp>
    </p:spTree>
    <p:extLst>
      <p:ext uri="{BB962C8B-B14F-4D97-AF65-F5344CB8AC3E}">
        <p14:creationId xmlns:p14="http://schemas.microsoft.com/office/powerpoint/2010/main" val="6541631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5AC8F6D-0687-481A-9761-11AB8A79722C}"/>
              </a:ext>
            </a:extLst>
          </p:cNvPr>
          <p:cNvSpPr/>
          <p:nvPr userDrawn="1"/>
        </p:nvSpPr>
        <p:spPr>
          <a:xfrm>
            <a:off x="0" y="1"/>
            <a:ext cx="12191999" cy="154744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2" name="Title 1"/>
          <p:cNvSpPr>
            <a:spLocks noGrp="1"/>
          </p:cNvSpPr>
          <p:nvPr>
            <p:ph type="title" hasCustomPrompt="1"/>
          </p:nvPr>
        </p:nvSpPr>
        <p:spPr bwMode="ltGray">
          <a:xfrm>
            <a:off x="762000" y="305678"/>
            <a:ext cx="10667998" cy="1002422"/>
          </a:xfrm>
        </p:spPr>
        <p:txBody>
          <a:bodyPr anchor="ctr" anchorCtr="0"/>
          <a:lstStyle>
            <a:lvl1pPr algn="ctr">
              <a:defRPr>
                <a:solidFill>
                  <a:schemeClr val="accent1"/>
                </a:solidFill>
              </a:defRPr>
            </a:lvl1pPr>
          </a:lstStyle>
          <a:p>
            <a:r>
              <a:rPr lang="en-US" noProof="0"/>
              <a:t>CLICK TO EDIT MASTER TITLE STYLE</a:t>
            </a:r>
          </a:p>
        </p:txBody>
      </p:sp>
      <p:sp>
        <p:nvSpPr>
          <p:cNvPr id="4" name="Date Placeholder 3"/>
          <p:cNvSpPr>
            <a:spLocks noGrp="1"/>
          </p:cNvSpPr>
          <p:nvPr>
            <p:ph type="dt" sz="half" idx="10"/>
          </p:nvPr>
        </p:nvSpPr>
        <p:spPr/>
        <p:txBody>
          <a:bodyPr/>
          <a:lstStyle/>
          <a:p>
            <a:fld id="{B3601C1E-44EC-4ED6-87AC-7B26C9BC7568}" type="datetime8">
              <a:rPr lang="en-US" noProof="0" smtClean="0"/>
              <a:t>1/20/2023 11:10 PM</a:t>
            </a:fld>
            <a:endParaRPr lang="en-US" noProof="0" dirty="0"/>
          </a:p>
        </p:txBody>
      </p:sp>
      <p:sp>
        <p:nvSpPr>
          <p:cNvPr id="5" name="Footer Placeholder 4"/>
          <p:cNvSpPr>
            <a:spLocks noGrp="1"/>
          </p:cNvSpPr>
          <p:nvPr>
            <p:ph type="ftr" sz="quarter" idx="11"/>
          </p:nvPr>
        </p:nvSpPr>
        <p:spPr/>
        <p:txBody>
          <a:bodyPr/>
          <a:lstStyle/>
          <a:p>
            <a:r>
              <a:rPr lang="en-US" noProof="0" dirty="0"/>
              <a:t>Add a footer</a:t>
            </a:r>
          </a:p>
          <a:p>
            <a:endParaRPr lang="en-US" noProof="0" dirty="0"/>
          </a:p>
        </p:txBody>
      </p:sp>
      <p:sp>
        <p:nvSpPr>
          <p:cNvPr id="8" name="Content Placeholder 7">
            <a:extLst>
              <a:ext uri="{FF2B5EF4-FFF2-40B4-BE49-F238E27FC236}">
                <a16:creationId xmlns:a16="http://schemas.microsoft.com/office/drawing/2014/main" id="{CEFBAD01-7A3E-42FB-9A1E-EAF5F97616A8}"/>
              </a:ext>
            </a:extLst>
          </p:cNvPr>
          <p:cNvSpPr>
            <a:spLocks noGrp="1"/>
          </p:cNvSpPr>
          <p:nvPr>
            <p:ph sz="quarter" idx="13" hasCustomPrompt="1"/>
          </p:nvPr>
        </p:nvSpPr>
        <p:spPr>
          <a:xfrm>
            <a:off x="761999" y="2443527"/>
            <a:ext cx="3348000" cy="2291676"/>
          </a:xfrm>
        </p:spPr>
        <p:txBody>
          <a:bodyPr/>
          <a:lstStyle/>
          <a:p>
            <a:pPr lvl="0"/>
            <a:r>
              <a:rPr lang="en-US" noProof="0"/>
              <a:t>Edit Master text styles</a:t>
            </a:r>
          </a:p>
        </p:txBody>
      </p:sp>
      <p:sp>
        <p:nvSpPr>
          <p:cNvPr id="14" name="Freeform 6" title="Page Number Shape">
            <a:extLst>
              <a:ext uri="{FF2B5EF4-FFF2-40B4-BE49-F238E27FC236}">
                <a16:creationId xmlns:a16="http://schemas.microsoft.com/office/drawing/2014/main" id="{0370AA61-B230-4320-8591-17B9EA527174}"/>
              </a:ext>
            </a:extLst>
          </p:cNvPr>
          <p:cNvSpPr/>
          <p:nvPr userDrawn="1"/>
        </p:nvSpPr>
        <p:spPr bwMode="auto">
          <a:xfrm>
            <a:off x="11792583" y="356478"/>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bg1"/>
          </a:solidFill>
          <a:ln w="0">
            <a:noFill/>
            <a:prstDash val="solid"/>
            <a:round/>
            <a:headEnd/>
            <a:tailEnd/>
          </a:ln>
        </p:spPr>
      </p:sp>
      <p:sp>
        <p:nvSpPr>
          <p:cNvPr id="6" name="Slide Number Placeholder 5"/>
          <p:cNvSpPr>
            <a:spLocks noGrp="1"/>
          </p:cNvSpPr>
          <p:nvPr>
            <p:ph type="sldNum" sz="quarter" idx="12"/>
          </p:nvPr>
        </p:nvSpPr>
        <p:spPr/>
        <p:txBody>
          <a:bodyPr/>
          <a:lstStyle>
            <a:lvl1pPr>
              <a:defRPr>
                <a:solidFill>
                  <a:schemeClr val="tx1"/>
                </a:solidFill>
              </a:defRPr>
            </a:lvl1pPr>
          </a:lstStyle>
          <a:p>
            <a:fld id="{7AAC19ED-7CFA-4AF2-BE7E-6017F4B12C94}" type="slidenum">
              <a:rPr lang="en-US" noProof="0" smtClean="0"/>
              <a:pPr/>
              <a:t>‹#›</a:t>
            </a:fld>
            <a:endParaRPr lang="en-US" noProof="0" dirty="0"/>
          </a:p>
        </p:txBody>
      </p:sp>
      <p:sp>
        <p:nvSpPr>
          <p:cNvPr id="15" name="Content Placeholder 7">
            <a:extLst>
              <a:ext uri="{FF2B5EF4-FFF2-40B4-BE49-F238E27FC236}">
                <a16:creationId xmlns:a16="http://schemas.microsoft.com/office/drawing/2014/main" id="{AF3C3132-3E24-455C-9341-F3767C087D59}"/>
              </a:ext>
            </a:extLst>
          </p:cNvPr>
          <p:cNvSpPr>
            <a:spLocks noGrp="1"/>
          </p:cNvSpPr>
          <p:nvPr>
            <p:ph sz="quarter" idx="14" hasCustomPrompt="1"/>
          </p:nvPr>
        </p:nvSpPr>
        <p:spPr>
          <a:xfrm>
            <a:off x="4421999" y="2443527"/>
            <a:ext cx="3348000" cy="2291676"/>
          </a:xfrm>
        </p:spPr>
        <p:txBody>
          <a:bodyPr/>
          <a:lstStyle/>
          <a:p>
            <a:pPr lvl="0"/>
            <a:r>
              <a:rPr lang="en-US" noProof="0"/>
              <a:t>Edit Master text styles</a:t>
            </a:r>
          </a:p>
        </p:txBody>
      </p:sp>
      <p:sp>
        <p:nvSpPr>
          <p:cNvPr id="16" name="Content Placeholder 7">
            <a:extLst>
              <a:ext uri="{FF2B5EF4-FFF2-40B4-BE49-F238E27FC236}">
                <a16:creationId xmlns:a16="http://schemas.microsoft.com/office/drawing/2014/main" id="{2A783413-0A31-4F6C-B545-866183ABB004}"/>
              </a:ext>
            </a:extLst>
          </p:cNvPr>
          <p:cNvSpPr>
            <a:spLocks noGrp="1"/>
          </p:cNvSpPr>
          <p:nvPr>
            <p:ph sz="quarter" idx="15" hasCustomPrompt="1"/>
          </p:nvPr>
        </p:nvSpPr>
        <p:spPr>
          <a:xfrm>
            <a:off x="8081999" y="2443527"/>
            <a:ext cx="3348000" cy="2291676"/>
          </a:xfrm>
        </p:spPr>
        <p:txBody>
          <a:bodyPr/>
          <a:lstStyle/>
          <a:p>
            <a:pPr lvl="0"/>
            <a:r>
              <a:rPr lang="en-US" noProof="0"/>
              <a:t>Edit Master text styles</a:t>
            </a:r>
          </a:p>
        </p:txBody>
      </p:sp>
    </p:spTree>
    <p:extLst>
      <p:ext uri="{BB962C8B-B14F-4D97-AF65-F5344CB8AC3E}">
        <p14:creationId xmlns:p14="http://schemas.microsoft.com/office/powerpoint/2010/main" val="3627810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itle and Content">
    <p:bg bwMode="grayWhite">
      <p:bgPr>
        <a:solidFill>
          <a:schemeClr val="bg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C8E5ED0-7922-414F-9B0F-CA82F0A3C660}"/>
              </a:ext>
            </a:extLst>
          </p:cNvPr>
          <p:cNvSpPr/>
          <p:nvPr userDrawn="1"/>
        </p:nvSpPr>
        <p:spPr>
          <a:xfrm>
            <a:off x="0" y="1540330"/>
            <a:ext cx="12192000" cy="471560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Rectangle 8">
            <a:extLst>
              <a:ext uri="{FF2B5EF4-FFF2-40B4-BE49-F238E27FC236}">
                <a16:creationId xmlns:a16="http://schemas.microsoft.com/office/drawing/2014/main" id="{65AC8F6D-0687-481A-9761-11AB8A79722C}"/>
              </a:ext>
            </a:extLst>
          </p:cNvPr>
          <p:cNvSpPr/>
          <p:nvPr userDrawn="1"/>
        </p:nvSpPr>
        <p:spPr>
          <a:xfrm>
            <a:off x="0" y="1"/>
            <a:ext cx="12191999" cy="154744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4" name="Date Placeholder 3"/>
          <p:cNvSpPr>
            <a:spLocks noGrp="1"/>
          </p:cNvSpPr>
          <p:nvPr>
            <p:ph type="dt" sz="half" idx="10"/>
          </p:nvPr>
        </p:nvSpPr>
        <p:spPr>
          <a:xfrm>
            <a:off x="7628571" y="6314440"/>
            <a:ext cx="3814856" cy="365125"/>
          </a:xfrm>
        </p:spPr>
        <p:txBody>
          <a:bodyPr/>
          <a:lstStyle/>
          <a:p>
            <a:fld id="{4AE13B8D-7A39-483F-9092-AB66B2338492}" type="datetime8">
              <a:rPr lang="en-US" noProof="0" smtClean="0"/>
              <a:t>1/20/2023 11:10 PM</a:t>
            </a:fld>
            <a:endParaRPr lang="en-US" noProof="0" dirty="0"/>
          </a:p>
        </p:txBody>
      </p:sp>
      <p:sp>
        <p:nvSpPr>
          <p:cNvPr id="5" name="Footer Placeholder 4"/>
          <p:cNvSpPr>
            <a:spLocks noGrp="1"/>
          </p:cNvSpPr>
          <p:nvPr>
            <p:ph type="ftr" sz="quarter" idx="11"/>
          </p:nvPr>
        </p:nvSpPr>
        <p:spPr/>
        <p:txBody>
          <a:bodyPr/>
          <a:lstStyle/>
          <a:p>
            <a:r>
              <a:rPr lang="en-US" noProof="0" dirty="0"/>
              <a:t>Add a footer</a:t>
            </a:r>
          </a:p>
          <a:p>
            <a:endParaRPr lang="en-US" noProof="0" dirty="0"/>
          </a:p>
        </p:txBody>
      </p:sp>
      <p:sp>
        <p:nvSpPr>
          <p:cNvPr id="8" name="Content Placeholder 7">
            <a:extLst>
              <a:ext uri="{FF2B5EF4-FFF2-40B4-BE49-F238E27FC236}">
                <a16:creationId xmlns:a16="http://schemas.microsoft.com/office/drawing/2014/main" id="{CEFBAD01-7A3E-42FB-9A1E-EAF5F97616A8}"/>
              </a:ext>
            </a:extLst>
          </p:cNvPr>
          <p:cNvSpPr>
            <a:spLocks noGrp="1"/>
          </p:cNvSpPr>
          <p:nvPr>
            <p:ph sz="quarter" idx="13" hasCustomPrompt="1"/>
          </p:nvPr>
        </p:nvSpPr>
        <p:spPr>
          <a:xfrm>
            <a:off x="761999" y="2875327"/>
            <a:ext cx="3348000" cy="2291676"/>
          </a:xfrm>
        </p:spPr>
        <p:txBody>
          <a:bodyPr anchor="ctr" anchorCtr="0"/>
          <a:lstStyle/>
          <a:p>
            <a:pPr lvl="0"/>
            <a:r>
              <a:rPr lang="en-US" noProof="0"/>
              <a:t>Edit Master text styles</a:t>
            </a:r>
          </a:p>
        </p:txBody>
      </p:sp>
      <p:sp>
        <p:nvSpPr>
          <p:cNvPr id="14" name="Freeform 6" title="Page Number Shape">
            <a:extLst>
              <a:ext uri="{FF2B5EF4-FFF2-40B4-BE49-F238E27FC236}">
                <a16:creationId xmlns:a16="http://schemas.microsoft.com/office/drawing/2014/main" id="{0370AA61-B230-4320-8591-17B9EA527174}"/>
              </a:ext>
            </a:extLst>
          </p:cNvPr>
          <p:cNvSpPr/>
          <p:nvPr userDrawn="1"/>
        </p:nvSpPr>
        <p:spPr bwMode="auto">
          <a:xfrm>
            <a:off x="11792583" y="356478"/>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bg1"/>
          </a:solidFill>
          <a:ln w="0">
            <a:noFill/>
            <a:prstDash val="solid"/>
            <a:round/>
            <a:headEnd/>
            <a:tailEnd/>
          </a:ln>
        </p:spPr>
      </p:sp>
      <p:sp>
        <p:nvSpPr>
          <p:cNvPr id="6" name="Slide Number Placeholder 5"/>
          <p:cNvSpPr>
            <a:spLocks noGrp="1"/>
          </p:cNvSpPr>
          <p:nvPr>
            <p:ph type="sldNum" sz="quarter" idx="12"/>
          </p:nvPr>
        </p:nvSpPr>
        <p:spPr/>
        <p:txBody>
          <a:bodyPr/>
          <a:lstStyle>
            <a:lvl1pPr>
              <a:defRPr>
                <a:solidFill>
                  <a:schemeClr val="tx1"/>
                </a:solidFill>
              </a:defRPr>
            </a:lvl1pPr>
          </a:lstStyle>
          <a:p>
            <a:fld id="{7AAC19ED-7CFA-4AF2-BE7E-6017F4B12C94}" type="slidenum">
              <a:rPr lang="en-US" noProof="0" smtClean="0"/>
              <a:pPr/>
              <a:t>‹#›</a:t>
            </a:fld>
            <a:endParaRPr lang="en-US" noProof="0" dirty="0"/>
          </a:p>
        </p:txBody>
      </p:sp>
      <p:sp>
        <p:nvSpPr>
          <p:cNvPr id="16" name="Content Placeholder 7">
            <a:extLst>
              <a:ext uri="{FF2B5EF4-FFF2-40B4-BE49-F238E27FC236}">
                <a16:creationId xmlns:a16="http://schemas.microsoft.com/office/drawing/2014/main" id="{2A783413-0A31-4F6C-B545-866183ABB004}"/>
              </a:ext>
            </a:extLst>
          </p:cNvPr>
          <p:cNvSpPr>
            <a:spLocks noGrp="1"/>
          </p:cNvSpPr>
          <p:nvPr>
            <p:ph sz="quarter" idx="15" hasCustomPrompt="1"/>
          </p:nvPr>
        </p:nvSpPr>
        <p:spPr>
          <a:xfrm>
            <a:off x="8081999" y="2875327"/>
            <a:ext cx="3348000" cy="2291676"/>
          </a:xfrm>
        </p:spPr>
        <p:txBody>
          <a:bodyPr anchor="ctr" anchorCtr="0"/>
          <a:lstStyle/>
          <a:p>
            <a:pPr lvl="0"/>
            <a:r>
              <a:rPr lang="en-US" noProof="0"/>
              <a:t>Edit Master text styles</a:t>
            </a:r>
          </a:p>
        </p:txBody>
      </p:sp>
      <p:sp>
        <p:nvSpPr>
          <p:cNvPr id="3" name="Title 2">
            <a:extLst>
              <a:ext uri="{FF2B5EF4-FFF2-40B4-BE49-F238E27FC236}">
                <a16:creationId xmlns:a16="http://schemas.microsoft.com/office/drawing/2014/main" id="{8C4C76CE-242A-40DC-B9BA-9F6CD2FEBA09}"/>
              </a:ext>
            </a:extLst>
          </p:cNvPr>
          <p:cNvSpPr>
            <a:spLocks noGrp="1"/>
          </p:cNvSpPr>
          <p:nvPr>
            <p:ph type="title" hasCustomPrompt="1"/>
          </p:nvPr>
        </p:nvSpPr>
        <p:spPr bwMode="ltGray">
          <a:xfrm>
            <a:off x="761999" y="280278"/>
            <a:ext cx="10676571" cy="1002422"/>
          </a:xfrm>
        </p:spPr>
        <p:txBody>
          <a:bodyPr anchor="ctr" anchorCtr="0"/>
          <a:lstStyle>
            <a:lvl1pPr algn="ctr">
              <a:defRPr>
                <a:solidFill>
                  <a:schemeClr val="accent1"/>
                </a:solidFill>
              </a:defRPr>
            </a:lvl1pPr>
          </a:lstStyle>
          <a:p>
            <a:r>
              <a:rPr lang="en-US" noProof="0"/>
              <a:t>CLICK TO EDIT MASTER TITLE STYLE</a:t>
            </a:r>
          </a:p>
        </p:txBody>
      </p:sp>
    </p:spTree>
    <p:extLst>
      <p:ext uri="{BB962C8B-B14F-4D97-AF65-F5344CB8AC3E}">
        <p14:creationId xmlns:p14="http://schemas.microsoft.com/office/powerpoint/2010/main" val="2566890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62000" y="352848"/>
            <a:ext cx="10667998" cy="1002422"/>
          </a:xfrm>
        </p:spPr>
        <p:txBody>
          <a:bodyPr anchor="ctr" anchorCtr="0"/>
          <a:lstStyle>
            <a:lvl1pPr algn="l">
              <a:defRPr/>
            </a:lvl1pPr>
          </a:lstStyle>
          <a:p>
            <a:r>
              <a:rPr lang="en-US" noProof="0"/>
              <a:t>CLICK TO EDIT MASTER TITLE STYLE</a:t>
            </a:r>
          </a:p>
        </p:txBody>
      </p:sp>
      <p:sp>
        <p:nvSpPr>
          <p:cNvPr id="3" name="Content Placeholder 2"/>
          <p:cNvSpPr>
            <a:spLocks noGrp="1"/>
          </p:cNvSpPr>
          <p:nvPr>
            <p:ph idx="1" hasCustomPrompt="1"/>
          </p:nvPr>
        </p:nvSpPr>
        <p:spPr>
          <a:xfrm>
            <a:off x="8848724" y="1534886"/>
            <a:ext cx="2581273" cy="4275365"/>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10"/>
          </p:nvPr>
        </p:nvSpPr>
        <p:spPr/>
        <p:txBody>
          <a:bodyPr/>
          <a:lstStyle/>
          <a:p>
            <a:fld id="{7A1B421F-7852-47A7-8672-3F4B3DC607FF}" type="datetime8">
              <a:rPr lang="en-US" noProof="0" smtClean="0"/>
              <a:t>1/20/2023 11:10 PM</a:t>
            </a:fld>
            <a:endParaRPr lang="en-US" noProof="0" dirty="0"/>
          </a:p>
        </p:txBody>
      </p:sp>
      <p:sp>
        <p:nvSpPr>
          <p:cNvPr id="5" name="Footer Placeholder 4"/>
          <p:cNvSpPr>
            <a:spLocks noGrp="1"/>
          </p:cNvSpPr>
          <p:nvPr>
            <p:ph type="ftr" sz="quarter" idx="11"/>
          </p:nvPr>
        </p:nvSpPr>
        <p:spPr/>
        <p:txBody>
          <a:bodyPr/>
          <a:lstStyle/>
          <a:p>
            <a:r>
              <a:rPr lang="en-US" noProof="0" dirty="0"/>
              <a:t>Add a footer</a:t>
            </a:r>
          </a:p>
          <a:p>
            <a:endParaRPr lang="en-US" noProof="0" dirty="0"/>
          </a:p>
        </p:txBody>
      </p:sp>
      <p:sp>
        <p:nvSpPr>
          <p:cNvPr id="6" name="Slide Number Placeholder 5"/>
          <p:cNvSpPr>
            <a:spLocks noGrp="1"/>
          </p:cNvSpPr>
          <p:nvPr>
            <p:ph type="sldNum" sz="quarter" idx="12"/>
          </p:nvPr>
        </p:nvSpPr>
        <p:spPr/>
        <p:txBody>
          <a:bodyPr/>
          <a:lstStyle/>
          <a:p>
            <a:fld id="{7AAC19ED-7CFA-4AF2-BE7E-6017F4B12C94}" type="slidenum">
              <a:rPr lang="en-US" noProof="0" smtClean="0"/>
              <a:t>‹#›</a:t>
            </a:fld>
            <a:endParaRPr lang="en-US" noProof="0" dirty="0"/>
          </a:p>
        </p:txBody>
      </p:sp>
      <p:sp>
        <p:nvSpPr>
          <p:cNvPr id="8" name="Content Placeholder 7">
            <a:extLst>
              <a:ext uri="{FF2B5EF4-FFF2-40B4-BE49-F238E27FC236}">
                <a16:creationId xmlns:a16="http://schemas.microsoft.com/office/drawing/2014/main" id="{CEFBAD01-7A3E-42FB-9A1E-EAF5F97616A8}"/>
              </a:ext>
            </a:extLst>
          </p:cNvPr>
          <p:cNvSpPr>
            <a:spLocks noGrp="1"/>
          </p:cNvSpPr>
          <p:nvPr>
            <p:ph sz="quarter" idx="13" hasCustomPrompt="1"/>
          </p:nvPr>
        </p:nvSpPr>
        <p:spPr>
          <a:xfrm>
            <a:off x="762000" y="1534886"/>
            <a:ext cx="7829550" cy="4275365"/>
          </a:xfrm>
        </p:spPr>
        <p:txBody>
          <a:bodyPr/>
          <a:lstStyle/>
          <a:p>
            <a:pPr lvl="0"/>
            <a:r>
              <a:rPr lang="en-US" noProof="0"/>
              <a:t>Edit Master text styles</a:t>
            </a:r>
          </a:p>
        </p:txBody>
      </p:sp>
    </p:spTree>
    <p:extLst>
      <p:ext uri="{BB962C8B-B14F-4D97-AF65-F5344CB8AC3E}">
        <p14:creationId xmlns:p14="http://schemas.microsoft.com/office/powerpoint/2010/main" val="24974761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right Content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4768376-ED37-468E-9A28-4A8C73222CFB}"/>
              </a:ext>
            </a:extLst>
          </p:cNvPr>
          <p:cNvSpPr/>
          <p:nvPr userDrawn="1"/>
        </p:nvSpPr>
        <p:spPr>
          <a:xfrm>
            <a:off x="5263637" y="0"/>
            <a:ext cx="6928363" cy="6858000"/>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2" name="Date Placeholder 1"/>
          <p:cNvSpPr>
            <a:spLocks noGrp="1"/>
          </p:cNvSpPr>
          <p:nvPr>
            <p:ph type="dt" sz="half" idx="10"/>
          </p:nvPr>
        </p:nvSpPr>
        <p:spPr/>
        <p:txBody>
          <a:bodyPr/>
          <a:lstStyle/>
          <a:p>
            <a:fld id="{6A1CE990-BAB9-4562-95E3-50660C2796F3}" type="datetime8">
              <a:rPr lang="en-US" noProof="0" smtClean="0"/>
              <a:t>1/20/2023 11:10 PM</a:t>
            </a:fld>
            <a:endParaRPr lang="en-US" noProof="0" dirty="0"/>
          </a:p>
        </p:txBody>
      </p:sp>
      <p:sp>
        <p:nvSpPr>
          <p:cNvPr id="3" name="Footer Placeholder 2"/>
          <p:cNvSpPr>
            <a:spLocks noGrp="1"/>
          </p:cNvSpPr>
          <p:nvPr>
            <p:ph type="ftr" sz="quarter" idx="11"/>
          </p:nvPr>
        </p:nvSpPr>
        <p:spPr/>
        <p:txBody>
          <a:bodyPr/>
          <a:lstStyle/>
          <a:p>
            <a:r>
              <a:rPr lang="en-US" noProof="0" dirty="0"/>
              <a:t>Add a footer</a:t>
            </a:r>
          </a:p>
          <a:p>
            <a:endParaRPr lang="en-US" noProof="0" dirty="0"/>
          </a:p>
        </p:txBody>
      </p:sp>
      <p:sp>
        <p:nvSpPr>
          <p:cNvPr id="6" name="Content Placeholder 12">
            <a:extLst>
              <a:ext uri="{FF2B5EF4-FFF2-40B4-BE49-F238E27FC236}">
                <a16:creationId xmlns:a16="http://schemas.microsoft.com/office/drawing/2014/main" id="{DEDD3AEB-5731-4BFB-B455-2CAA76BB8C15}"/>
              </a:ext>
            </a:extLst>
          </p:cNvPr>
          <p:cNvSpPr>
            <a:spLocks noGrp="1"/>
          </p:cNvSpPr>
          <p:nvPr>
            <p:ph idx="1" hasCustomPrompt="1"/>
          </p:nvPr>
        </p:nvSpPr>
        <p:spPr>
          <a:xfrm>
            <a:off x="6322695" y="358646"/>
            <a:ext cx="5505450" cy="5896056"/>
          </a:xfrm>
        </p:spPr>
        <p:txBody>
          <a:bodyPr anchor="ctr" anchorCtr="0">
            <a:normAutofit/>
          </a:bodyPr>
          <a:lstStyle>
            <a:lvl1pPr>
              <a:defRPr sz="2800"/>
            </a:lvl1pPr>
          </a:lstStyle>
          <a:p>
            <a:pPr marL="0" lvl="0" indent="0">
              <a:lnSpc>
                <a:spcPct val="100000"/>
              </a:lnSpc>
              <a:spcAft>
                <a:spcPts val="2400"/>
              </a:spcAft>
              <a:buNone/>
            </a:pPr>
            <a:r>
              <a:rPr lang="en-US" sz="3200" noProof="0">
                <a:cs typeface="Segoe UI" panose="020B0502040204020203" pitchFamily="34" charset="0"/>
              </a:rPr>
              <a:t>Edit Master text styles</a:t>
            </a:r>
          </a:p>
        </p:txBody>
      </p:sp>
      <p:sp>
        <p:nvSpPr>
          <p:cNvPr id="8" name="Freeform 6" title="Page Number Shape">
            <a:extLst>
              <a:ext uri="{FF2B5EF4-FFF2-40B4-BE49-F238E27FC236}">
                <a16:creationId xmlns:a16="http://schemas.microsoft.com/office/drawing/2014/main" id="{F054F317-CFFE-48EF-91D4-872C9FE7043D}"/>
              </a:ext>
            </a:extLst>
          </p:cNvPr>
          <p:cNvSpPr/>
          <p:nvPr userDrawn="1"/>
        </p:nvSpPr>
        <p:spPr bwMode="auto">
          <a:xfrm>
            <a:off x="11793378" y="360167"/>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sp>
      <p:sp>
        <p:nvSpPr>
          <p:cNvPr id="11" name="Title 10">
            <a:extLst>
              <a:ext uri="{FF2B5EF4-FFF2-40B4-BE49-F238E27FC236}">
                <a16:creationId xmlns:a16="http://schemas.microsoft.com/office/drawing/2014/main" id="{0D58896D-DB7B-49E4-87EC-67CEAB2EF53C}"/>
              </a:ext>
            </a:extLst>
          </p:cNvPr>
          <p:cNvSpPr>
            <a:spLocks noGrp="1"/>
          </p:cNvSpPr>
          <p:nvPr>
            <p:ph type="title" hasCustomPrompt="1"/>
          </p:nvPr>
        </p:nvSpPr>
        <p:spPr>
          <a:xfrm>
            <a:off x="707570" y="548792"/>
            <a:ext cx="3833906" cy="4952492"/>
          </a:xfrm>
        </p:spPr>
        <p:txBody>
          <a:bodyPr/>
          <a:lstStyle/>
          <a:p>
            <a:r>
              <a:rPr lang="en-US" noProof="0"/>
              <a:t>CLICK TO EDIT MASTER TITLE STYLE</a:t>
            </a:r>
          </a:p>
        </p:txBody>
      </p:sp>
    </p:spTree>
    <p:extLst>
      <p:ext uri="{BB962C8B-B14F-4D97-AF65-F5344CB8AC3E}">
        <p14:creationId xmlns:p14="http://schemas.microsoft.com/office/powerpoint/2010/main" val="39911927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60054D9-7800-4106-9C2D-E383D9D6A16D}"/>
              </a:ext>
            </a:extLst>
          </p:cNvPr>
          <p:cNvSpPr/>
          <p:nvPr userDrawn="1"/>
        </p:nvSpPr>
        <p:spPr>
          <a:xfrm>
            <a:off x="6901869" y="0"/>
            <a:ext cx="5293360" cy="68580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noProof="0" dirty="0"/>
          </a:p>
        </p:txBody>
      </p:sp>
      <p:sp>
        <p:nvSpPr>
          <p:cNvPr id="4" name="Date Placeholder 3"/>
          <p:cNvSpPr>
            <a:spLocks noGrp="1"/>
          </p:cNvSpPr>
          <p:nvPr>
            <p:ph type="dt" sz="half" idx="10"/>
          </p:nvPr>
        </p:nvSpPr>
        <p:spPr/>
        <p:txBody>
          <a:bodyPr/>
          <a:lstStyle/>
          <a:p>
            <a:fld id="{B6FEBBCD-CBA1-4D0B-806D-FC14D8656200}" type="datetime8">
              <a:rPr lang="en-US" noProof="0" smtClean="0"/>
              <a:t>1/20/2023 11:10 PM</a:t>
            </a:fld>
            <a:endParaRPr lang="en-US" noProof="0" dirty="0"/>
          </a:p>
        </p:txBody>
      </p:sp>
      <p:sp>
        <p:nvSpPr>
          <p:cNvPr id="5" name="Footer Placeholder 4"/>
          <p:cNvSpPr>
            <a:spLocks noGrp="1"/>
          </p:cNvSpPr>
          <p:nvPr>
            <p:ph type="ftr" sz="quarter" idx="11"/>
          </p:nvPr>
        </p:nvSpPr>
        <p:spPr/>
        <p:txBody>
          <a:bodyPr/>
          <a:lstStyle/>
          <a:p>
            <a:r>
              <a:rPr lang="en-US" noProof="0" dirty="0"/>
              <a:t>Add a footer</a:t>
            </a:r>
          </a:p>
          <a:p>
            <a:endParaRPr lang="en-US" noProof="0" dirty="0"/>
          </a:p>
        </p:txBody>
      </p:sp>
      <p:sp>
        <p:nvSpPr>
          <p:cNvPr id="8" name="Content Placeholder 7">
            <a:extLst>
              <a:ext uri="{FF2B5EF4-FFF2-40B4-BE49-F238E27FC236}">
                <a16:creationId xmlns:a16="http://schemas.microsoft.com/office/drawing/2014/main" id="{CEFBAD01-7A3E-42FB-9A1E-EAF5F97616A8}"/>
              </a:ext>
            </a:extLst>
          </p:cNvPr>
          <p:cNvSpPr>
            <a:spLocks noGrp="1"/>
          </p:cNvSpPr>
          <p:nvPr>
            <p:ph sz="quarter" idx="13" hasCustomPrompt="1"/>
          </p:nvPr>
        </p:nvSpPr>
        <p:spPr>
          <a:xfrm>
            <a:off x="1146659" y="688779"/>
            <a:ext cx="5746376" cy="5223072"/>
          </a:xfrm>
        </p:spPr>
        <p:txBody>
          <a:bodyPr/>
          <a:lstStyle/>
          <a:p>
            <a:pPr lvl="0"/>
            <a:r>
              <a:rPr lang="en-US" noProof="0"/>
              <a:t>Edit Master text styles</a:t>
            </a:r>
          </a:p>
        </p:txBody>
      </p:sp>
      <p:sp>
        <p:nvSpPr>
          <p:cNvPr id="2" name="Title 1"/>
          <p:cNvSpPr>
            <a:spLocks noGrp="1"/>
          </p:cNvSpPr>
          <p:nvPr>
            <p:ph type="title" hasCustomPrompt="1"/>
          </p:nvPr>
        </p:nvSpPr>
        <p:spPr bwMode="ltGray">
          <a:xfrm>
            <a:off x="7213600" y="280278"/>
            <a:ext cx="4641006" cy="2397608"/>
          </a:xfrm>
        </p:spPr>
        <p:txBody>
          <a:bodyPr anchor="ctr" anchorCtr="0"/>
          <a:lstStyle>
            <a:lvl1pPr algn="ctr">
              <a:defRPr>
                <a:solidFill>
                  <a:schemeClr val="accent1"/>
                </a:solidFill>
              </a:defRPr>
            </a:lvl1pPr>
          </a:lstStyle>
          <a:p>
            <a:r>
              <a:rPr lang="en-US" noProof="0"/>
              <a:t>CLICK TO EDIT MASTER TITLE STYLE</a:t>
            </a:r>
          </a:p>
        </p:txBody>
      </p:sp>
      <p:sp>
        <p:nvSpPr>
          <p:cNvPr id="12" name="Freeform 6" title="Page Number Shape">
            <a:extLst>
              <a:ext uri="{FF2B5EF4-FFF2-40B4-BE49-F238E27FC236}">
                <a16:creationId xmlns:a16="http://schemas.microsoft.com/office/drawing/2014/main" id="{B162E9BD-1CEB-41D5-8DEB-7C5EDF3B01C3}"/>
              </a:ext>
            </a:extLst>
          </p:cNvPr>
          <p:cNvSpPr/>
          <p:nvPr userDrawn="1"/>
        </p:nvSpPr>
        <p:spPr bwMode="auto">
          <a:xfrm>
            <a:off x="11792583" y="356478"/>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bg1"/>
          </a:solidFill>
          <a:ln w="0">
            <a:noFill/>
            <a:prstDash val="solid"/>
            <a:round/>
            <a:headEnd/>
            <a:tailEnd/>
          </a:ln>
        </p:spPr>
      </p:sp>
    </p:spTree>
    <p:extLst>
      <p:ext uri="{BB962C8B-B14F-4D97-AF65-F5344CB8AC3E}">
        <p14:creationId xmlns:p14="http://schemas.microsoft.com/office/powerpoint/2010/main" val="1468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62000" y="557784"/>
            <a:ext cx="3831336" cy="4956048"/>
          </a:xfrm>
        </p:spPr>
        <p:txBody>
          <a:bodyPr/>
          <a:lstStyle/>
          <a:p>
            <a:r>
              <a:rPr lang="en-US" noProof="0"/>
              <a:t>CLICK TO EDIT MASTER TITLE STYLE</a:t>
            </a:r>
          </a:p>
        </p:txBody>
      </p:sp>
      <p:sp>
        <p:nvSpPr>
          <p:cNvPr id="3" name="Text Placeholder 2"/>
          <p:cNvSpPr>
            <a:spLocks noGrp="1"/>
          </p:cNvSpPr>
          <p:nvPr>
            <p:ph type="body" idx="1" hasCustomPrompt="1"/>
          </p:nvPr>
        </p:nvSpPr>
        <p:spPr>
          <a:xfrm>
            <a:off x="5181600" y="558065"/>
            <a:ext cx="6245352" cy="914400"/>
          </a:xfrm>
        </p:spPr>
        <p:txBody>
          <a:bodyPr anchor="b">
            <a:normAutofit/>
          </a:bodyPr>
          <a:lstStyle>
            <a:lvl1pPr marL="0" indent="0">
              <a:lnSpc>
                <a:spcPct val="113000"/>
              </a:lnSpc>
              <a:spcBef>
                <a:spcPts val="0"/>
              </a:spcBef>
              <a:buNone/>
              <a:defRPr sz="2400" b="0" i="1" baseline="0">
                <a:solidFill>
                  <a:schemeClr val="tx1">
                    <a:lumMod val="85000"/>
                    <a:lumOff val="1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4" name="Content Placeholder 3"/>
          <p:cNvSpPr>
            <a:spLocks noGrp="1"/>
          </p:cNvSpPr>
          <p:nvPr>
            <p:ph sz="half" idx="2" hasCustomPrompt="1"/>
          </p:nvPr>
        </p:nvSpPr>
        <p:spPr>
          <a:xfrm>
            <a:off x="5181600" y="1526671"/>
            <a:ext cx="6245352" cy="175564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4"/>
          <p:cNvSpPr>
            <a:spLocks noGrp="1"/>
          </p:cNvSpPr>
          <p:nvPr>
            <p:ph type="body" sz="quarter" idx="3" hasCustomPrompt="1"/>
          </p:nvPr>
        </p:nvSpPr>
        <p:spPr>
          <a:xfrm>
            <a:off x="5181600" y="3700826"/>
            <a:ext cx="6248400" cy="914400"/>
          </a:xfrm>
        </p:spPr>
        <p:txBody>
          <a:bodyPr anchor="b">
            <a:normAutofit/>
          </a:bodyPr>
          <a:lstStyle>
            <a:lvl1pPr marL="0" indent="0">
              <a:buNone/>
              <a:defRPr sz="2400" b="0" i="1" baseline="0">
                <a:solidFill>
                  <a:schemeClr val="tx1">
                    <a:lumMod val="85000"/>
                    <a:lumOff val="1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6" name="Content Placeholder 5"/>
          <p:cNvSpPr>
            <a:spLocks noGrp="1"/>
          </p:cNvSpPr>
          <p:nvPr>
            <p:ph sz="quarter" idx="4" hasCustomPrompt="1"/>
          </p:nvPr>
        </p:nvSpPr>
        <p:spPr>
          <a:xfrm>
            <a:off x="5181600" y="4669432"/>
            <a:ext cx="6245352" cy="175564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Date Placeholder 6"/>
          <p:cNvSpPr>
            <a:spLocks noGrp="1"/>
          </p:cNvSpPr>
          <p:nvPr>
            <p:ph type="dt" sz="half" idx="10"/>
          </p:nvPr>
        </p:nvSpPr>
        <p:spPr/>
        <p:txBody>
          <a:bodyPr/>
          <a:lstStyle/>
          <a:p>
            <a:fld id="{A272C437-5C9D-4B1A-9C56-1C544AB8146E}" type="datetime8">
              <a:rPr lang="en-US" noProof="0" smtClean="0"/>
              <a:t>1/20/2023 11:10 PM</a:t>
            </a:fld>
            <a:endParaRPr lang="en-US" noProof="0" dirty="0"/>
          </a:p>
        </p:txBody>
      </p:sp>
      <p:sp>
        <p:nvSpPr>
          <p:cNvPr id="8" name="Footer Placeholder 7"/>
          <p:cNvSpPr>
            <a:spLocks noGrp="1"/>
          </p:cNvSpPr>
          <p:nvPr>
            <p:ph type="ftr" sz="quarter" idx="11"/>
          </p:nvPr>
        </p:nvSpPr>
        <p:spPr/>
        <p:txBody>
          <a:bodyPr/>
          <a:lstStyle/>
          <a:p>
            <a:r>
              <a:rPr lang="en-US" noProof="0" dirty="0"/>
              <a:t>Add a footer</a:t>
            </a:r>
          </a:p>
          <a:p>
            <a:endParaRPr lang="en-US" noProof="0" dirty="0"/>
          </a:p>
        </p:txBody>
      </p:sp>
      <p:sp>
        <p:nvSpPr>
          <p:cNvPr id="9" name="Slide Number Placeholder 8"/>
          <p:cNvSpPr>
            <a:spLocks noGrp="1"/>
          </p:cNvSpPr>
          <p:nvPr>
            <p:ph type="sldNum" sz="quarter" idx="12"/>
          </p:nvPr>
        </p:nvSpPr>
        <p:spPr/>
        <p:txBody>
          <a:bodyPr/>
          <a:lstStyle/>
          <a:p>
            <a:fld id="{7AAC19ED-7CFA-4AF2-BE7E-6017F4B12C94}" type="slidenum">
              <a:rPr lang="en-US" noProof="0" smtClean="0"/>
              <a:t>‹#›</a:t>
            </a:fld>
            <a:endParaRPr lang="en-US" noProof="0" dirty="0"/>
          </a:p>
        </p:txBody>
      </p:sp>
    </p:spTree>
    <p:extLst>
      <p:ext uri="{BB962C8B-B14F-4D97-AF65-F5344CB8AC3E}">
        <p14:creationId xmlns:p14="http://schemas.microsoft.com/office/powerpoint/2010/main" val="18267677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62000" y="557784"/>
            <a:ext cx="3831336" cy="4956048"/>
          </a:xfrm>
        </p:spPr>
        <p:txBody>
          <a:bodyPr/>
          <a:lstStyle/>
          <a:p>
            <a:r>
              <a:rPr lang="en-US" noProof="0"/>
              <a:t>CLICK TO EDIT MASTER TITLE STYLE</a:t>
            </a:r>
          </a:p>
        </p:txBody>
      </p:sp>
      <p:sp>
        <p:nvSpPr>
          <p:cNvPr id="7" name="Date Placeholder 6"/>
          <p:cNvSpPr>
            <a:spLocks noGrp="1"/>
          </p:cNvSpPr>
          <p:nvPr>
            <p:ph type="dt" sz="half" idx="10"/>
          </p:nvPr>
        </p:nvSpPr>
        <p:spPr/>
        <p:txBody>
          <a:bodyPr/>
          <a:lstStyle/>
          <a:p>
            <a:fld id="{A272C437-5C9D-4B1A-9C56-1C544AB8146E}" type="datetime8">
              <a:rPr lang="en-US" noProof="0" smtClean="0"/>
              <a:t>1/20/2023 11:10 PM</a:t>
            </a:fld>
            <a:endParaRPr lang="en-US" noProof="0" dirty="0"/>
          </a:p>
        </p:txBody>
      </p:sp>
      <p:sp>
        <p:nvSpPr>
          <p:cNvPr id="8" name="Footer Placeholder 7"/>
          <p:cNvSpPr>
            <a:spLocks noGrp="1"/>
          </p:cNvSpPr>
          <p:nvPr>
            <p:ph type="ftr" sz="quarter" idx="11"/>
          </p:nvPr>
        </p:nvSpPr>
        <p:spPr/>
        <p:txBody>
          <a:bodyPr/>
          <a:lstStyle/>
          <a:p>
            <a:r>
              <a:rPr lang="en-US" noProof="0" dirty="0"/>
              <a:t>Add a footer</a:t>
            </a:r>
          </a:p>
          <a:p>
            <a:endParaRPr lang="en-US" noProof="0" dirty="0"/>
          </a:p>
        </p:txBody>
      </p:sp>
      <p:sp>
        <p:nvSpPr>
          <p:cNvPr id="9" name="Slide Number Placeholder 8"/>
          <p:cNvSpPr>
            <a:spLocks noGrp="1"/>
          </p:cNvSpPr>
          <p:nvPr>
            <p:ph type="sldNum" sz="quarter" idx="12"/>
          </p:nvPr>
        </p:nvSpPr>
        <p:spPr/>
        <p:txBody>
          <a:bodyPr/>
          <a:lstStyle/>
          <a:p>
            <a:fld id="{7AAC19ED-7CFA-4AF2-BE7E-6017F4B12C94}" type="slidenum">
              <a:rPr lang="en-US" noProof="0" smtClean="0"/>
              <a:t>‹#›</a:t>
            </a:fld>
            <a:endParaRPr lang="en-US" noProof="0" dirty="0"/>
          </a:p>
        </p:txBody>
      </p:sp>
      <p:sp>
        <p:nvSpPr>
          <p:cNvPr id="10" name="Content Placeholder 2">
            <a:extLst>
              <a:ext uri="{FF2B5EF4-FFF2-40B4-BE49-F238E27FC236}">
                <a16:creationId xmlns:a16="http://schemas.microsoft.com/office/drawing/2014/main" id="{A1651A72-6E17-4CF4-8218-285FCAC88EC4}"/>
              </a:ext>
            </a:extLst>
          </p:cNvPr>
          <p:cNvSpPr>
            <a:spLocks noGrp="1"/>
          </p:cNvSpPr>
          <p:nvPr>
            <p:ph sz="half" idx="1" hasCustomPrompt="1"/>
          </p:nvPr>
        </p:nvSpPr>
        <p:spPr>
          <a:xfrm>
            <a:off x="5181600" y="557784"/>
            <a:ext cx="6248400" cy="2307964"/>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Content Placeholder 3">
            <a:extLst>
              <a:ext uri="{FF2B5EF4-FFF2-40B4-BE49-F238E27FC236}">
                <a16:creationId xmlns:a16="http://schemas.microsoft.com/office/drawing/2014/main" id="{E2A31231-1080-4CC0-9896-EF779EE27CB5}"/>
              </a:ext>
            </a:extLst>
          </p:cNvPr>
          <p:cNvSpPr>
            <a:spLocks noGrp="1"/>
          </p:cNvSpPr>
          <p:nvPr>
            <p:ph sz="half" idx="2" hasCustomPrompt="1"/>
          </p:nvPr>
        </p:nvSpPr>
        <p:spPr>
          <a:xfrm>
            <a:off x="5165121" y="2950589"/>
            <a:ext cx="6188679" cy="2563243"/>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1603272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62000" y="557784"/>
            <a:ext cx="3831336" cy="4956048"/>
          </a:xfrm>
        </p:spPr>
        <p:txBody>
          <a:bodyPr/>
          <a:lstStyle/>
          <a:p>
            <a:r>
              <a:rPr lang="en-US" noProof="0"/>
              <a:t>CLICK TO EDIT MASTER TITLE STYLE</a:t>
            </a:r>
          </a:p>
        </p:txBody>
      </p:sp>
      <p:sp>
        <p:nvSpPr>
          <p:cNvPr id="7" name="Date Placeholder 6"/>
          <p:cNvSpPr>
            <a:spLocks noGrp="1"/>
          </p:cNvSpPr>
          <p:nvPr>
            <p:ph type="dt" sz="half" idx="10"/>
          </p:nvPr>
        </p:nvSpPr>
        <p:spPr/>
        <p:txBody>
          <a:bodyPr/>
          <a:lstStyle/>
          <a:p>
            <a:fld id="{A272C437-5C9D-4B1A-9C56-1C544AB8146E}" type="datetime8">
              <a:rPr lang="en-US" noProof="0" smtClean="0"/>
              <a:t>1/20/2023 11:10 PM</a:t>
            </a:fld>
            <a:endParaRPr lang="en-US" noProof="0" dirty="0"/>
          </a:p>
        </p:txBody>
      </p:sp>
      <p:sp>
        <p:nvSpPr>
          <p:cNvPr id="8" name="Footer Placeholder 7"/>
          <p:cNvSpPr>
            <a:spLocks noGrp="1"/>
          </p:cNvSpPr>
          <p:nvPr>
            <p:ph type="ftr" sz="quarter" idx="11"/>
          </p:nvPr>
        </p:nvSpPr>
        <p:spPr/>
        <p:txBody>
          <a:bodyPr/>
          <a:lstStyle/>
          <a:p>
            <a:r>
              <a:rPr lang="en-US" noProof="0" dirty="0"/>
              <a:t>Add a footer</a:t>
            </a:r>
          </a:p>
          <a:p>
            <a:endParaRPr lang="en-US" noProof="0" dirty="0"/>
          </a:p>
        </p:txBody>
      </p:sp>
      <p:sp>
        <p:nvSpPr>
          <p:cNvPr id="9" name="Slide Number Placeholder 8"/>
          <p:cNvSpPr>
            <a:spLocks noGrp="1"/>
          </p:cNvSpPr>
          <p:nvPr>
            <p:ph type="sldNum" sz="quarter" idx="12"/>
          </p:nvPr>
        </p:nvSpPr>
        <p:spPr/>
        <p:txBody>
          <a:bodyPr/>
          <a:lstStyle/>
          <a:p>
            <a:fld id="{7AAC19ED-7CFA-4AF2-BE7E-6017F4B12C94}" type="slidenum">
              <a:rPr lang="en-US" noProof="0" smtClean="0"/>
              <a:t>‹#›</a:t>
            </a:fld>
            <a:endParaRPr lang="en-US" noProof="0" dirty="0"/>
          </a:p>
        </p:txBody>
      </p:sp>
    </p:spTree>
    <p:extLst>
      <p:ext uri="{BB962C8B-B14F-4D97-AF65-F5344CB8AC3E}">
        <p14:creationId xmlns:p14="http://schemas.microsoft.com/office/powerpoint/2010/main" val="27239529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ECF2D3B-BB2C-4EA8-8616-6D874F8BB777}" type="datetime8">
              <a:rPr lang="en-US" noProof="0" smtClean="0"/>
              <a:t>1/20/2023 11:10 PM</a:t>
            </a:fld>
            <a:endParaRPr lang="en-US" noProof="0" dirty="0"/>
          </a:p>
        </p:txBody>
      </p:sp>
      <p:sp>
        <p:nvSpPr>
          <p:cNvPr id="3" name="Footer Placeholder 2"/>
          <p:cNvSpPr>
            <a:spLocks noGrp="1"/>
          </p:cNvSpPr>
          <p:nvPr>
            <p:ph type="ftr" sz="quarter" idx="11"/>
          </p:nvPr>
        </p:nvSpPr>
        <p:spPr/>
        <p:txBody>
          <a:bodyPr/>
          <a:lstStyle/>
          <a:p>
            <a:r>
              <a:rPr lang="en-US" noProof="0" dirty="0"/>
              <a:t>Add a footer</a:t>
            </a:r>
          </a:p>
          <a:p>
            <a:endParaRPr lang="en-US" noProof="0" dirty="0"/>
          </a:p>
        </p:txBody>
      </p:sp>
      <p:sp>
        <p:nvSpPr>
          <p:cNvPr id="4" name="Slide Number Placeholder 3"/>
          <p:cNvSpPr>
            <a:spLocks noGrp="1"/>
          </p:cNvSpPr>
          <p:nvPr>
            <p:ph type="sldNum" sz="quarter" idx="12"/>
          </p:nvPr>
        </p:nvSpPr>
        <p:spPr/>
        <p:txBody>
          <a:bodyPr/>
          <a:lstStyle/>
          <a:p>
            <a:fld id="{7AAC19ED-7CFA-4AF2-BE7E-6017F4B12C94}" type="slidenum">
              <a:rPr lang="en-US" noProof="0" smtClean="0"/>
              <a:t>‹#›</a:t>
            </a:fld>
            <a:endParaRPr lang="en-US" noProof="0" dirty="0"/>
          </a:p>
        </p:txBody>
      </p:sp>
    </p:spTree>
    <p:extLst>
      <p:ext uri="{BB962C8B-B14F-4D97-AF65-F5344CB8AC3E}">
        <p14:creationId xmlns:p14="http://schemas.microsoft.com/office/powerpoint/2010/main" val="24995397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62000" y="555479"/>
            <a:ext cx="3838776" cy="1921022"/>
          </a:xfrm>
        </p:spPr>
        <p:txBody>
          <a:bodyPr anchor="t">
            <a:noAutofit/>
          </a:bodyPr>
          <a:lstStyle>
            <a:lvl1pPr>
              <a:lnSpc>
                <a:spcPct val="93000"/>
              </a:lnSpc>
              <a:defRPr sz="4400"/>
            </a:lvl1pPr>
          </a:lstStyle>
          <a:p>
            <a:r>
              <a:rPr lang="en-US" noProof="0"/>
              <a:t>CLICK TO EDIT MASTER TITLE STYLE</a:t>
            </a:r>
          </a:p>
        </p:txBody>
      </p:sp>
      <p:sp>
        <p:nvSpPr>
          <p:cNvPr id="3" name="Content Placeholder 2"/>
          <p:cNvSpPr>
            <a:spLocks noGrp="1"/>
          </p:cNvSpPr>
          <p:nvPr>
            <p:ph idx="1" hasCustomPrompt="1"/>
          </p:nvPr>
        </p:nvSpPr>
        <p:spPr>
          <a:xfrm>
            <a:off x="5181600" y="564147"/>
            <a:ext cx="6248400" cy="5622644"/>
          </a:xfrm>
        </p:spPr>
        <p:txBody>
          <a:bodyPr/>
          <a:lstStyle>
            <a:lvl1pPr>
              <a:lnSpc>
                <a:spcPct val="112000"/>
              </a:lnSpc>
              <a:defRPr sz="2000"/>
            </a:lvl1pPr>
            <a:lvl2pPr>
              <a:lnSpc>
                <a:spcPct val="112000"/>
              </a:lnSpc>
              <a:defRPr sz="1800"/>
            </a:lvl2pPr>
            <a:lvl3pPr>
              <a:lnSpc>
                <a:spcPct val="112000"/>
              </a:lnSpc>
              <a:defRPr sz="1600"/>
            </a:lvl3pPr>
            <a:lvl4pPr>
              <a:lnSpc>
                <a:spcPct val="112000"/>
              </a:lnSpc>
              <a:defRPr sz="1400"/>
            </a:lvl4pPr>
            <a:lvl5pPr>
              <a:lnSpc>
                <a:spcPct val="112000"/>
              </a:lnSpc>
              <a:defRPr sz="1400"/>
            </a:lvl5pPr>
            <a:lvl6pPr>
              <a:defRPr sz="1400"/>
            </a:lvl6pPr>
            <a:lvl7pPr>
              <a:defRPr sz="1400"/>
            </a:lvl7pPr>
            <a:lvl8pPr>
              <a:defRPr sz="1400"/>
            </a:lvl8pPr>
            <a:lvl9pPr>
              <a:defRPr sz="14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Text Placeholder 3"/>
          <p:cNvSpPr>
            <a:spLocks noGrp="1"/>
          </p:cNvSpPr>
          <p:nvPr>
            <p:ph type="body" sz="half" idx="2" hasCustomPrompt="1"/>
          </p:nvPr>
        </p:nvSpPr>
        <p:spPr>
          <a:xfrm>
            <a:off x="762000" y="2621512"/>
            <a:ext cx="3838776" cy="3239537"/>
          </a:xfrm>
        </p:spPr>
        <p:txBody>
          <a:bodyPr/>
          <a:lstStyle>
            <a:lvl1pPr marL="0" indent="0" algn="r">
              <a:lnSpc>
                <a:spcPct val="125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Master text styles</a:t>
            </a:r>
          </a:p>
        </p:txBody>
      </p:sp>
      <p:sp>
        <p:nvSpPr>
          <p:cNvPr id="5" name="Date Placeholder 4"/>
          <p:cNvSpPr>
            <a:spLocks noGrp="1"/>
          </p:cNvSpPr>
          <p:nvPr>
            <p:ph type="dt" sz="half" idx="10"/>
          </p:nvPr>
        </p:nvSpPr>
        <p:spPr/>
        <p:txBody>
          <a:bodyPr/>
          <a:lstStyle/>
          <a:p>
            <a:fld id="{D685E975-0B6B-4B58-A4AA-C8F33B87478E}" type="datetime8">
              <a:rPr lang="en-US" noProof="0" smtClean="0"/>
              <a:t>1/20/2023 11:10 PM</a:t>
            </a:fld>
            <a:endParaRPr lang="en-US" noProof="0" dirty="0"/>
          </a:p>
        </p:txBody>
      </p:sp>
      <p:sp>
        <p:nvSpPr>
          <p:cNvPr id="6" name="Footer Placeholder 5"/>
          <p:cNvSpPr>
            <a:spLocks noGrp="1"/>
          </p:cNvSpPr>
          <p:nvPr>
            <p:ph type="ftr" sz="quarter" idx="11"/>
          </p:nvPr>
        </p:nvSpPr>
        <p:spPr/>
        <p:txBody>
          <a:bodyPr/>
          <a:lstStyle/>
          <a:p>
            <a:r>
              <a:rPr lang="en-US" noProof="0" dirty="0"/>
              <a:t>Add a footer</a:t>
            </a:r>
          </a:p>
          <a:p>
            <a:endParaRPr lang="en-US" noProof="0" dirty="0"/>
          </a:p>
        </p:txBody>
      </p:sp>
      <p:sp>
        <p:nvSpPr>
          <p:cNvPr id="7" name="Slide Number Placeholder 6"/>
          <p:cNvSpPr>
            <a:spLocks noGrp="1"/>
          </p:cNvSpPr>
          <p:nvPr>
            <p:ph type="sldNum" sz="quarter" idx="12"/>
          </p:nvPr>
        </p:nvSpPr>
        <p:spPr/>
        <p:txBody>
          <a:bodyPr/>
          <a:lstStyle/>
          <a:p>
            <a:fld id="{7AAC19ED-7CFA-4AF2-BE7E-6017F4B12C94}" type="slidenum">
              <a:rPr lang="en-US" noProof="0" smtClean="0"/>
              <a:t>‹#›</a:t>
            </a:fld>
            <a:endParaRPr lang="en-US" noProof="0" dirty="0"/>
          </a:p>
        </p:txBody>
      </p:sp>
    </p:spTree>
    <p:extLst>
      <p:ext uri="{BB962C8B-B14F-4D97-AF65-F5344CB8AC3E}">
        <p14:creationId xmlns:p14="http://schemas.microsoft.com/office/powerpoint/2010/main" val="28403686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62000" y="555479"/>
            <a:ext cx="3838776" cy="1921022"/>
          </a:xfrm>
        </p:spPr>
        <p:txBody>
          <a:bodyPr anchor="t">
            <a:noAutofit/>
          </a:bodyPr>
          <a:lstStyle>
            <a:lvl1pPr>
              <a:lnSpc>
                <a:spcPct val="93000"/>
              </a:lnSpc>
              <a:defRPr sz="4400"/>
            </a:lvl1pPr>
          </a:lstStyle>
          <a:p>
            <a:r>
              <a:rPr lang="en-US" noProof="0"/>
              <a:t>CLICK TO EDIT MASTER TITLE STYLE</a:t>
            </a:r>
          </a:p>
        </p:txBody>
      </p:sp>
      <p:sp>
        <p:nvSpPr>
          <p:cNvPr id="4" name="Text Placeholder 3"/>
          <p:cNvSpPr>
            <a:spLocks noGrp="1"/>
          </p:cNvSpPr>
          <p:nvPr>
            <p:ph type="body" sz="half" idx="2" hasCustomPrompt="1"/>
          </p:nvPr>
        </p:nvSpPr>
        <p:spPr>
          <a:xfrm>
            <a:off x="762000" y="2621512"/>
            <a:ext cx="3838776" cy="3239537"/>
          </a:xfrm>
        </p:spPr>
        <p:txBody>
          <a:bodyPr/>
          <a:lstStyle>
            <a:lvl1pPr marL="0" indent="0" algn="r">
              <a:lnSpc>
                <a:spcPct val="125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Master text styles</a:t>
            </a:r>
          </a:p>
        </p:txBody>
      </p:sp>
      <p:sp>
        <p:nvSpPr>
          <p:cNvPr id="5" name="Date Placeholder 4"/>
          <p:cNvSpPr>
            <a:spLocks noGrp="1"/>
          </p:cNvSpPr>
          <p:nvPr>
            <p:ph type="dt" sz="half" idx="10"/>
          </p:nvPr>
        </p:nvSpPr>
        <p:spPr/>
        <p:txBody>
          <a:bodyPr/>
          <a:lstStyle/>
          <a:p>
            <a:fld id="{D685E975-0B6B-4B58-A4AA-C8F33B87478E}" type="datetime8">
              <a:rPr lang="en-US" noProof="0" smtClean="0"/>
              <a:t>1/20/2023 11:10 PM</a:t>
            </a:fld>
            <a:endParaRPr lang="en-US" noProof="0" dirty="0"/>
          </a:p>
        </p:txBody>
      </p:sp>
      <p:sp>
        <p:nvSpPr>
          <p:cNvPr id="6" name="Footer Placeholder 5"/>
          <p:cNvSpPr>
            <a:spLocks noGrp="1"/>
          </p:cNvSpPr>
          <p:nvPr>
            <p:ph type="ftr" sz="quarter" idx="11"/>
          </p:nvPr>
        </p:nvSpPr>
        <p:spPr/>
        <p:txBody>
          <a:bodyPr/>
          <a:lstStyle/>
          <a:p>
            <a:r>
              <a:rPr lang="en-US" noProof="0" dirty="0"/>
              <a:t>Add a footer</a:t>
            </a:r>
          </a:p>
          <a:p>
            <a:endParaRPr lang="en-US" noProof="0" dirty="0"/>
          </a:p>
        </p:txBody>
      </p:sp>
      <p:sp>
        <p:nvSpPr>
          <p:cNvPr id="7" name="Slide Number Placeholder 6"/>
          <p:cNvSpPr>
            <a:spLocks noGrp="1"/>
          </p:cNvSpPr>
          <p:nvPr>
            <p:ph type="sldNum" sz="quarter" idx="12"/>
          </p:nvPr>
        </p:nvSpPr>
        <p:spPr/>
        <p:txBody>
          <a:bodyPr/>
          <a:lstStyle/>
          <a:p>
            <a:fld id="{7AAC19ED-7CFA-4AF2-BE7E-6017F4B12C94}" type="slidenum">
              <a:rPr lang="en-US" noProof="0" smtClean="0"/>
              <a:t>‹#›</a:t>
            </a:fld>
            <a:endParaRPr lang="en-US" noProof="0" dirty="0"/>
          </a:p>
        </p:txBody>
      </p:sp>
      <p:sp>
        <p:nvSpPr>
          <p:cNvPr id="8" name="Picture Placeholder 2">
            <a:extLst>
              <a:ext uri="{FF2B5EF4-FFF2-40B4-BE49-F238E27FC236}">
                <a16:creationId xmlns:a16="http://schemas.microsoft.com/office/drawing/2014/main" id="{B3A5F786-D848-499D-B37D-96CF11DE90DB}"/>
              </a:ext>
            </a:extLst>
          </p:cNvPr>
          <p:cNvSpPr>
            <a:spLocks noGrp="1"/>
          </p:cNvSpPr>
          <p:nvPr>
            <p:ph type="pic" idx="1"/>
          </p:nvPr>
        </p:nvSpPr>
        <p:spPr>
          <a:xfrm>
            <a:off x="5183188" y="555480"/>
            <a:ext cx="6246812" cy="530557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Tree>
    <p:extLst>
      <p:ext uri="{BB962C8B-B14F-4D97-AF65-F5344CB8AC3E}">
        <p14:creationId xmlns:p14="http://schemas.microsoft.com/office/powerpoint/2010/main" val="4172621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ltGray">
      <p:bgPr>
        <a:solidFill>
          <a:schemeClr val="bg2"/>
        </a:solidFill>
        <a:effectLst/>
      </p:bgPr>
    </p:bg>
    <p:spTree>
      <p:nvGrpSpPr>
        <p:cNvPr id="1" name=""/>
        <p:cNvGrpSpPr/>
        <p:nvPr/>
      </p:nvGrpSpPr>
      <p:grpSpPr>
        <a:xfrm>
          <a:off x="0" y="0"/>
          <a:ext cx="0" cy="0"/>
          <a:chOff x="0" y="0"/>
          <a:chExt cx="0" cy="0"/>
        </a:xfrm>
      </p:grpSpPr>
      <p:sp>
        <p:nvSpPr>
          <p:cNvPr id="20" name="Freeform 6" title="Page Number Shape"/>
          <p:cNvSpPr/>
          <p:nvPr/>
        </p:nvSpPr>
        <p:spPr bwMode="auto">
          <a:xfrm>
            <a:off x="11784011" y="360167"/>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sp>
      <p:sp>
        <p:nvSpPr>
          <p:cNvPr id="2" name="Title Placeholder 1"/>
          <p:cNvSpPr>
            <a:spLocks noGrp="1"/>
          </p:cNvSpPr>
          <p:nvPr>
            <p:ph type="title"/>
          </p:nvPr>
        </p:nvSpPr>
        <p:spPr>
          <a:xfrm>
            <a:off x="762000" y="559678"/>
            <a:ext cx="3833906" cy="4952492"/>
          </a:xfrm>
          <a:prstGeom prst="rect">
            <a:avLst/>
          </a:prstGeom>
        </p:spPr>
        <p:txBody>
          <a:bodyPr vert="horz" lIns="91440" tIns="45720" rIns="91440" bIns="45720" rtlCol="0" anchor="t">
            <a:normAutofit/>
          </a:bodyPr>
          <a:lstStyle/>
          <a:p>
            <a:r>
              <a:rPr lang="en-US" noProof="0"/>
              <a:t>Click to edit Master title style</a:t>
            </a:r>
          </a:p>
        </p:txBody>
      </p:sp>
      <p:sp>
        <p:nvSpPr>
          <p:cNvPr id="3" name="Text Placeholder 2"/>
          <p:cNvSpPr>
            <a:spLocks noGrp="1"/>
          </p:cNvSpPr>
          <p:nvPr>
            <p:ph type="body" idx="1"/>
          </p:nvPr>
        </p:nvSpPr>
        <p:spPr>
          <a:xfrm>
            <a:off x="5181600" y="569066"/>
            <a:ext cx="6248398" cy="5655156"/>
          </a:xfrm>
          <a:prstGeom prst="rect">
            <a:avLst/>
          </a:prstGeom>
        </p:spPr>
        <p:txBody>
          <a:bodyPr vert="horz" lIns="91440" tIns="45720" rIns="91440" bIns="45720" rtlCol="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2"/>
          </p:nvPr>
        </p:nvSpPr>
        <p:spPr>
          <a:xfrm>
            <a:off x="762001" y="5930060"/>
            <a:ext cx="3814856" cy="365125"/>
          </a:xfrm>
          <a:prstGeom prst="rect">
            <a:avLst/>
          </a:prstGeom>
        </p:spPr>
        <p:txBody>
          <a:bodyPr vert="horz" lIns="91440" tIns="45720" rIns="91440" bIns="45720" rtlCol="0" anchor="t"/>
          <a:lstStyle>
            <a:lvl1pPr algn="r">
              <a:defRPr sz="1000" b="0" i="1" baseline="0">
                <a:solidFill>
                  <a:schemeClr val="tx1">
                    <a:lumMod val="85000"/>
                    <a:lumOff val="15000"/>
                  </a:schemeClr>
                </a:solidFill>
                <a:latin typeface="+mj-lt"/>
              </a:defRPr>
            </a:lvl1pPr>
          </a:lstStyle>
          <a:p>
            <a:fld id="{9E139DA8-D636-4336-B416-25DD0050B639}" type="datetime8">
              <a:rPr lang="en-US" noProof="0" smtClean="0"/>
              <a:t>1/20/2023 11:10 PM</a:t>
            </a:fld>
            <a:endParaRPr lang="en-US" noProof="0" dirty="0"/>
          </a:p>
        </p:txBody>
      </p:sp>
      <p:sp>
        <p:nvSpPr>
          <p:cNvPr id="5" name="Footer Placeholder 4"/>
          <p:cNvSpPr>
            <a:spLocks noGrp="1"/>
          </p:cNvSpPr>
          <p:nvPr>
            <p:ph type="ftr" sz="quarter" idx="3"/>
          </p:nvPr>
        </p:nvSpPr>
        <p:spPr>
          <a:xfrm>
            <a:off x="762001" y="6314440"/>
            <a:ext cx="3814856" cy="365125"/>
          </a:xfrm>
          <a:prstGeom prst="rect">
            <a:avLst/>
          </a:prstGeom>
        </p:spPr>
        <p:txBody>
          <a:bodyPr vert="horz" lIns="91440" tIns="45720" rIns="91440" bIns="45720" rtlCol="0" anchor="t"/>
          <a:lstStyle>
            <a:lvl1pPr algn="r">
              <a:defRPr sz="1200" b="1" i="1" baseline="0">
                <a:solidFill>
                  <a:schemeClr val="tx1">
                    <a:lumMod val="85000"/>
                    <a:lumOff val="15000"/>
                  </a:schemeClr>
                </a:solidFill>
                <a:latin typeface="+mj-lt"/>
              </a:defRPr>
            </a:lvl1pPr>
          </a:lstStyle>
          <a:p>
            <a:r>
              <a:rPr lang="en-US" noProof="0" dirty="0"/>
              <a:t>Add a footer </a:t>
            </a:r>
          </a:p>
        </p:txBody>
      </p:sp>
      <p:sp>
        <p:nvSpPr>
          <p:cNvPr id="6" name="Slide Number Placeholder 5"/>
          <p:cNvSpPr>
            <a:spLocks noGrp="1"/>
          </p:cNvSpPr>
          <p:nvPr>
            <p:ph type="sldNum" sz="quarter" idx="4"/>
          </p:nvPr>
        </p:nvSpPr>
        <p:spPr>
          <a:xfrm>
            <a:off x="11784011" y="587179"/>
            <a:ext cx="407988" cy="365125"/>
          </a:xfrm>
          <a:prstGeom prst="rect">
            <a:avLst/>
          </a:prstGeom>
        </p:spPr>
        <p:txBody>
          <a:bodyPr vert="horz" lIns="91440" tIns="45720" rIns="91440" bIns="45720" rtlCol="0" anchor="ctr"/>
          <a:lstStyle>
            <a:lvl1pPr algn="r">
              <a:defRPr sz="1200" b="0" i="1" baseline="0">
                <a:solidFill>
                  <a:schemeClr val="bg2"/>
                </a:solidFill>
                <a:latin typeface="+mj-lt"/>
              </a:defRPr>
            </a:lvl1pPr>
          </a:lstStyle>
          <a:p>
            <a:fld id="{7AAC19ED-7CFA-4AF2-BE7E-6017F4B12C94}" type="slidenum">
              <a:rPr lang="en-US" noProof="0" smtClean="0"/>
              <a:t>‹#›</a:t>
            </a:fld>
            <a:endParaRPr lang="en-US" noProof="0" dirty="0"/>
          </a:p>
        </p:txBody>
      </p:sp>
      <p:cxnSp>
        <p:nvCxnSpPr>
          <p:cNvPr id="10" name="Straight Connector 9" title="Horizontal Rule Line"/>
          <p:cNvCxnSpPr/>
          <p:nvPr/>
        </p:nvCxnSpPr>
        <p:spPr>
          <a:xfrm>
            <a:off x="0" y="6199730"/>
            <a:ext cx="4495800" cy="0"/>
          </a:xfrm>
          <a:prstGeom prst="line">
            <a:avLst/>
          </a:prstGeom>
          <a:ln w="571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0871000"/>
      </p:ext>
    </p:extLst>
  </p:cSld>
  <p:clrMap bg1="lt1" tx1="dk1" bg2="lt2" tx2="dk2" accent1="accent1" accent2="accent2" accent3="accent3" accent4="accent4" accent5="accent5" accent6="accent6" hlink="hlink" folHlink="folHlink"/>
  <p:sldLayoutIdLst>
    <p:sldLayoutId id="2147483672" r:id="rId1"/>
    <p:sldLayoutId id="2147483661" r:id="rId2"/>
    <p:sldLayoutId id="2147483662" r:id="rId3"/>
    <p:sldLayoutId id="2147483673" r:id="rId4"/>
    <p:sldLayoutId id="2147483677" r:id="rId5"/>
    <p:sldLayoutId id="2147483674" r:id="rId6"/>
    <p:sldLayoutId id="2147483679" r:id="rId7"/>
    <p:sldLayoutId id="2147483678" r:id="rId8"/>
    <p:sldLayoutId id="2147483676" r:id="rId9"/>
    <p:sldLayoutId id="2147483675" r:id="rId10"/>
    <p:sldLayoutId id="2147483665" r:id="rId11"/>
    <p:sldLayoutId id="2147483682" r:id="rId12"/>
    <p:sldLayoutId id="2147483681" r:id="rId13"/>
    <p:sldLayoutId id="2147483667" r:id="rId14"/>
    <p:sldLayoutId id="2147483668" r:id="rId15"/>
    <p:sldLayoutId id="2147483680" r:id="rId16"/>
  </p:sldLayoutIdLst>
  <p:hf hdr="0" ftr="0" dt="0"/>
  <p:txStyles>
    <p:titleStyle>
      <a:lvl1pPr algn="r" defTabSz="914400" rtl="0" eaLnBrk="1" latinLnBrk="0" hangingPunct="1">
        <a:lnSpc>
          <a:spcPct val="90000"/>
        </a:lnSpc>
        <a:spcBef>
          <a:spcPct val="0"/>
        </a:spcBef>
        <a:buNone/>
        <a:defRPr sz="5000" b="0" i="0" kern="1200" baseline="0">
          <a:solidFill>
            <a:schemeClr val="tx1">
              <a:lumMod val="85000"/>
              <a:lumOff val="15000"/>
            </a:schemeClr>
          </a:solidFill>
          <a:latin typeface="+mj-lt"/>
          <a:ea typeface="+mj-ea"/>
          <a:cs typeface="+mj-cs"/>
        </a:defRPr>
      </a:lvl1pPr>
    </p:titleStyle>
    <p:bodyStyle>
      <a:lvl1pPr marL="283464" indent="-283464" algn="l" defTabSz="914400" rtl="0" eaLnBrk="1" latinLnBrk="0" hangingPunct="1">
        <a:lnSpc>
          <a:spcPct val="112000"/>
        </a:lnSpc>
        <a:spcBef>
          <a:spcPts val="900"/>
        </a:spcBef>
        <a:buFont typeface="Arial" panose="020B0604020202020204" pitchFamily="34" charset="0"/>
        <a:buChar char="•"/>
        <a:defRPr sz="2000" kern="1200" baseline="0">
          <a:solidFill>
            <a:schemeClr val="tx1">
              <a:lumMod val="85000"/>
              <a:lumOff val="15000"/>
            </a:schemeClr>
          </a:solidFill>
          <a:latin typeface="+mn-lt"/>
          <a:ea typeface="+mn-ea"/>
          <a:cs typeface="+mn-cs"/>
        </a:defRPr>
      </a:lvl1pPr>
      <a:lvl2pPr marL="685800" indent="-283464" algn="l" defTabSz="914400" rtl="0" eaLnBrk="1" latinLnBrk="0" hangingPunct="1">
        <a:lnSpc>
          <a:spcPct val="112000"/>
        </a:lnSpc>
        <a:spcBef>
          <a:spcPts val="900"/>
        </a:spcBef>
        <a:buFont typeface="Corbel" panose="020B0503020204020204" pitchFamily="34" charset="0"/>
        <a:buChar char="–"/>
        <a:defRPr sz="1800" kern="1200" baseline="0">
          <a:solidFill>
            <a:schemeClr val="tx1">
              <a:lumMod val="85000"/>
              <a:lumOff val="15000"/>
            </a:schemeClr>
          </a:solidFill>
          <a:latin typeface="+mn-lt"/>
          <a:ea typeface="+mn-ea"/>
          <a:cs typeface="+mn-cs"/>
        </a:defRPr>
      </a:lvl2pPr>
      <a:lvl3pPr marL="1143000" indent="-283464" algn="l" defTabSz="914400" rtl="0" eaLnBrk="1" latinLnBrk="0" hangingPunct="1">
        <a:lnSpc>
          <a:spcPct val="112000"/>
        </a:lnSpc>
        <a:spcBef>
          <a:spcPts val="900"/>
        </a:spcBef>
        <a:buFont typeface="Arial" panose="020B0604020202020204" pitchFamily="34" charset="0"/>
        <a:buChar char="•"/>
        <a:defRPr sz="1600" kern="1200" baseline="0">
          <a:solidFill>
            <a:schemeClr val="tx1">
              <a:lumMod val="85000"/>
              <a:lumOff val="15000"/>
            </a:schemeClr>
          </a:solidFill>
          <a:latin typeface="+mn-lt"/>
          <a:ea typeface="+mn-ea"/>
          <a:cs typeface="+mn-cs"/>
        </a:defRPr>
      </a:lvl3pPr>
      <a:lvl4pPr marL="1600200" indent="-283464" algn="l" defTabSz="914400" rtl="0" eaLnBrk="1" latinLnBrk="0" hangingPunct="1">
        <a:lnSpc>
          <a:spcPct val="112000"/>
        </a:lnSpc>
        <a:spcBef>
          <a:spcPts val="900"/>
        </a:spcBef>
        <a:buFont typeface="Corbel" panose="020B0503020204020204" pitchFamily="34" charset="0"/>
        <a:buChar char="–"/>
        <a:defRPr sz="1400" kern="1200" baseline="0">
          <a:solidFill>
            <a:schemeClr val="tx1">
              <a:lumMod val="85000"/>
              <a:lumOff val="15000"/>
            </a:schemeClr>
          </a:solidFill>
          <a:latin typeface="+mn-lt"/>
          <a:ea typeface="+mn-ea"/>
          <a:cs typeface="+mn-cs"/>
        </a:defRPr>
      </a:lvl4pPr>
      <a:lvl5pPr marL="2057400" indent="-283464" algn="l" defTabSz="914400" rtl="0" eaLnBrk="1" latinLnBrk="0" hangingPunct="1">
        <a:lnSpc>
          <a:spcPct val="112000"/>
        </a:lnSpc>
        <a:spcBef>
          <a:spcPts val="9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5pPr>
      <a:lvl6pPr marL="25146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6pPr>
      <a:lvl7pPr marL="2971800" indent="-283464" algn="l" defTabSz="914400" rtl="0" eaLnBrk="1" latinLnBrk="0" hangingPunct="1">
        <a:lnSpc>
          <a:spcPct val="112000"/>
        </a:lnSpc>
        <a:spcBef>
          <a:spcPts val="1300"/>
        </a:spcBef>
        <a:buFont typeface="Arial" panose="020B0604020202020204" pitchFamily="34" charset="0"/>
        <a:buChar char="•"/>
        <a:defRPr sz="1400" i="1" kern="1200">
          <a:solidFill>
            <a:schemeClr val="tx1">
              <a:lumMod val="85000"/>
              <a:lumOff val="15000"/>
            </a:schemeClr>
          </a:solidFill>
          <a:latin typeface="+mn-lt"/>
          <a:ea typeface="+mn-ea"/>
          <a:cs typeface="+mn-cs"/>
        </a:defRPr>
      </a:lvl7pPr>
      <a:lvl8pPr marL="34290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8pPr>
      <a:lvl9pPr marL="3886200" indent="-283464" algn="l" defTabSz="914400" rtl="0" eaLnBrk="1" latinLnBrk="0" hangingPunct="1">
        <a:lnSpc>
          <a:spcPct val="112000"/>
        </a:lnSpc>
        <a:spcBef>
          <a:spcPts val="13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32">
          <p15:clr>
            <a:srgbClr val="F26B43"/>
          </p15:clr>
        </p15:guide>
        <p15:guide id="2" pos="480">
          <p15:clr>
            <a:srgbClr val="F26B43"/>
          </p15:clr>
        </p15:guide>
        <p15:guide id="3" orient="horz" pos="432">
          <p15:clr>
            <a:srgbClr val="F26B43"/>
          </p15:clr>
        </p15:guide>
        <p15:guide id="4" pos="7200">
          <p15:clr>
            <a:srgbClr val="F26B43"/>
          </p15:clr>
        </p15:guide>
        <p15:guide id="5" pos="32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toxifier.blogspot.com/2011/08/your-first-program-in-cc-hello-world.html" TargetMode="External"/><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837473B0-CC2E-450A-ABE3-18F120FF3D39}">
                <a1611:picAttrSrcUrl xmlns:a1611="http://schemas.microsoft.com/office/drawing/2016/11/main" r:id="rId3"/>
              </a:ext>
            </a:extLst>
          </a:blip>
          <a:srcRect/>
          <a:stretch>
            <a:fillRect t="-13000" b="-13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8B3CD-9828-4280-95EC-5F9D73400FF8}"/>
              </a:ext>
            </a:extLst>
          </p:cNvPr>
          <p:cNvSpPr>
            <a:spLocks noGrp="1"/>
          </p:cNvSpPr>
          <p:nvPr>
            <p:ph type="ctrTitle"/>
          </p:nvPr>
        </p:nvSpPr>
        <p:spPr bwMode="white">
          <a:xfrm>
            <a:off x="289562" y="2334504"/>
            <a:ext cx="11612875" cy="2188992"/>
          </a:xfrm>
        </p:spPr>
        <p:txBody>
          <a:bodyPr/>
          <a:lstStyle/>
          <a:p>
            <a:r>
              <a:rPr lang="en-US" sz="4400" dirty="0">
                <a:solidFill>
                  <a:srgbClr val="FFFF00"/>
                </a:solidFill>
              </a:rPr>
              <a:t>Welcome </a:t>
            </a:r>
            <a:br>
              <a:rPr lang="en-US" sz="4400" dirty="0">
                <a:solidFill>
                  <a:srgbClr val="FFFF00"/>
                </a:solidFill>
              </a:rPr>
            </a:br>
            <a:r>
              <a:rPr lang="en-US" sz="4400" dirty="0">
                <a:solidFill>
                  <a:srgbClr val="FFFF00"/>
                </a:solidFill>
              </a:rPr>
              <a:t>to </a:t>
            </a:r>
            <a:br>
              <a:rPr lang="en-US" sz="4400" dirty="0">
                <a:solidFill>
                  <a:srgbClr val="FFFF00"/>
                </a:solidFill>
              </a:rPr>
            </a:br>
            <a:r>
              <a:rPr lang="en-US" sz="4400" dirty="0">
                <a:solidFill>
                  <a:srgbClr val="FFFF00"/>
                </a:solidFill>
              </a:rPr>
              <a:t>CSC 1102::Introduction to Programming</a:t>
            </a:r>
            <a:br>
              <a:rPr lang="en-US" sz="4400" dirty="0">
                <a:solidFill>
                  <a:srgbClr val="FFFF00"/>
                </a:solidFill>
              </a:rPr>
            </a:br>
            <a:r>
              <a:rPr lang="en-US" sz="4400" dirty="0">
                <a:solidFill>
                  <a:srgbClr val="FFFF00"/>
                </a:solidFill>
              </a:rPr>
              <a:t>Dept. of computer science</a:t>
            </a:r>
            <a:br>
              <a:rPr lang="en-US" sz="4400" dirty="0">
                <a:solidFill>
                  <a:srgbClr val="FFFF00"/>
                </a:solidFill>
              </a:rPr>
            </a:br>
            <a:r>
              <a:rPr lang="en-US" sz="4400" dirty="0">
                <a:solidFill>
                  <a:srgbClr val="FFFF00"/>
                </a:solidFill>
              </a:rPr>
              <a:t>faculty of science and technology</a:t>
            </a:r>
            <a:br>
              <a:rPr lang="en-US" sz="4400" dirty="0">
                <a:solidFill>
                  <a:srgbClr val="FFFF00"/>
                </a:solidFill>
              </a:rPr>
            </a:br>
            <a:r>
              <a:rPr lang="en-US" sz="3600" dirty="0">
                <a:solidFill>
                  <a:srgbClr val="FFFF00"/>
                </a:solidFill>
              </a:rPr>
              <a:t>American international university Bangladesh</a:t>
            </a:r>
            <a:endParaRPr lang="en-US" sz="4400" dirty="0">
              <a:solidFill>
                <a:srgbClr val="FFFF00"/>
              </a:solidFill>
            </a:endParaRPr>
          </a:p>
        </p:txBody>
      </p:sp>
      <p:sp>
        <p:nvSpPr>
          <p:cNvPr id="4" name="Slide Number Placeholder 3" hidden="1">
            <a:extLst>
              <a:ext uri="{FF2B5EF4-FFF2-40B4-BE49-F238E27FC236}">
                <a16:creationId xmlns:a16="http://schemas.microsoft.com/office/drawing/2014/main" id="{192D9B22-CA63-4CDB-8957-40947F45B732}"/>
              </a:ext>
            </a:extLst>
          </p:cNvPr>
          <p:cNvSpPr>
            <a:spLocks noGrp="1"/>
          </p:cNvSpPr>
          <p:nvPr>
            <p:ph type="sldNum" sz="quarter" idx="12"/>
          </p:nvPr>
        </p:nvSpPr>
        <p:spPr/>
        <p:txBody>
          <a:bodyPr/>
          <a:lstStyle/>
          <a:p>
            <a:fld id="{7AAC19ED-7CFA-4AF2-BE7E-6017F4B12C94}" type="slidenum">
              <a:rPr lang="en-US" smtClean="0"/>
              <a:t>1</a:t>
            </a:fld>
            <a:endParaRPr lang="en-US" dirty="0"/>
          </a:p>
        </p:txBody>
      </p:sp>
    </p:spTree>
    <p:extLst>
      <p:ext uri="{BB962C8B-B14F-4D97-AF65-F5344CB8AC3E}">
        <p14:creationId xmlns:p14="http://schemas.microsoft.com/office/powerpoint/2010/main" val="25575169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86D27-68F1-47B9-A6E0-2CEAFAEB2F41}"/>
              </a:ext>
            </a:extLst>
          </p:cNvPr>
          <p:cNvSpPr>
            <a:spLocks noGrp="1"/>
          </p:cNvSpPr>
          <p:nvPr>
            <p:ph type="title"/>
          </p:nvPr>
        </p:nvSpPr>
        <p:spPr>
          <a:xfrm>
            <a:off x="572135" y="1684526"/>
            <a:ext cx="3833906" cy="2278772"/>
          </a:xfrm>
        </p:spPr>
        <p:txBody>
          <a:bodyPr/>
          <a:lstStyle/>
          <a:p>
            <a:pPr algn="ctr"/>
            <a:r>
              <a:rPr lang="en-US" altLang="ja-JP" b="1" dirty="0">
                <a:cs typeface="Arial" panose="020B0604020202020204" pitchFamily="34" charset="0"/>
              </a:rPr>
              <a:t>Vision of AIUB</a:t>
            </a:r>
            <a:endParaRPr lang="en-US" dirty="0"/>
          </a:p>
        </p:txBody>
      </p:sp>
      <p:sp>
        <p:nvSpPr>
          <p:cNvPr id="3" name="Content Placeholder 2">
            <a:extLst>
              <a:ext uri="{FF2B5EF4-FFF2-40B4-BE49-F238E27FC236}">
                <a16:creationId xmlns:a16="http://schemas.microsoft.com/office/drawing/2014/main" id="{4890876D-147F-4718-97A1-D749D03B8512}"/>
              </a:ext>
            </a:extLst>
          </p:cNvPr>
          <p:cNvSpPr>
            <a:spLocks noGrp="1"/>
          </p:cNvSpPr>
          <p:nvPr>
            <p:ph idx="1"/>
          </p:nvPr>
        </p:nvSpPr>
        <p:spPr/>
        <p:txBody>
          <a:bodyPr>
            <a:normAutofit/>
          </a:bodyPr>
          <a:lstStyle/>
          <a:p>
            <a:pPr marL="0" lvl="0" indent="0">
              <a:lnSpc>
                <a:spcPct val="100000"/>
              </a:lnSpc>
              <a:spcAft>
                <a:spcPts val="2400"/>
              </a:spcAft>
              <a:buNone/>
            </a:pPr>
            <a:r>
              <a:rPr lang="en-US" sz="3200" dirty="0">
                <a:solidFill>
                  <a:prstClr val="black">
                    <a:lumMod val="85000"/>
                    <a:lumOff val="15000"/>
                  </a:prstClr>
                </a:solidFill>
                <a:cs typeface="Segoe UI" panose="020B0502040204020203" pitchFamily="34" charset="0"/>
              </a:rPr>
              <a:t>AMERICAN INTERNATIONAL UNIVERSITY-BANGLADESH (AIUB) envisions promoting professionals and excellent leadership catering to the technological progress and development needs of the country.</a:t>
            </a:r>
          </a:p>
        </p:txBody>
      </p:sp>
    </p:spTree>
    <p:extLst>
      <p:ext uri="{BB962C8B-B14F-4D97-AF65-F5344CB8AC3E}">
        <p14:creationId xmlns:p14="http://schemas.microsoft.com/office/powerpoint/2010/main" val="33443996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86D27-68F1-47B9-A6E0-2CEAFAEB2F41}"/>
              </a:ext>
            </a:extLst>
          </p:cNvPr>
          <p:cNvSpPr>
            <a:spLocks noGrp="1"/>
          </p:cNvSpPr>
          <p:nvPr>
            <p:ph type="title"/>
          </p:nvPr>
        </p:nvSpPr>
        <p:spPr>
          <a:xfrm>
            <a:off x="572135" y="1684526"/>
            <a:ext cx="3833906" cy="2278772"/>
          </a:xfrm>
        </p:spPr>
        <p:txBody>
          <a:bodyPr/>
          <a:lstStyle/>
          <a:p>
            <a:pPr algn="ctr"/>
            <a:r>
              <a:rPr lang="en-US" altLang="ja-JP" b="1" dirty="0">
                <a:cs typeface="Arial" panose="020B0604020202020204" pitchFamily="34" charset="0"/>
              </a:rPr>
              <a:t>Mission of AIUB</a:t>
            </a:r>
            <a:endParaRPr lang="en-US" dirty="0"/>
          </a:p>
        </p:txBody>
      </p:sp>
      <p:sp>
        <p:nvSpPr>
          <p:cNvPr id="3" name="Content Placeholder 2">
            <a:extLst>
              <a:ext uri="{FF2B5EF4-FFF2-40B4-BE49-F238E27FC236}">
                <a16:creationId xmlns:a16="http://schemas.microsoft.com/office/drawing/2014/main" id="{4890876D-147F-4718-97A1-D749D03B8512}"/>
              </a:ext>
            </a:extLst>
          </p:cNvPr>
          <p:cNvSpPr>
            <a:spLocks noGrp="1"/>
          </p:cNvSpPr>
          <p:nvPr>
            <p:ph idx="1"/>
          </p:nvPr>
        </p:nvSpPr>
        <p:spPr/>
        <p:txBody>
          <a:bodyPr>
            <a:normAutofit/>
          </a:bodyPr>
          <a:lstStyle/>
          <a:p>
            <a:pPr marL="0" lvl="0" indent="0">
              <a:lnSpc>
                <a:spcPct val="100000"/>
              </a:lnSpc>
              <a:spcAft>
                <a:spcPts val="2400"/>
              </a:spcAft>
              <a:buNone/>
            </a:pPr>
            <a:r>
              <a:rPr lang="en-US" b="1" dirty="0"/>
              <a:t>AMERICAN INTERNATIONAL UNIVERSITY-BANGLADESH (AIUB) is committed to provide quality and excellent computer-based academic programs responsive to the emerging challenges of the time. It is dedicated to nurture and produce competent world class professional imbued with strong sense of ethical values ready to face the competitive world of arts, business, science, social science and technology.</a:t>
            </a:r>
            <a:endParaRPr lang="en-US" sz="3200" dirty="0">
              <a:solidFill>
                <a:prstClr val="black">
                  <a:lumMod val="85000"/>
                  <a:lumOff val="15000"/>
                </a:prstClr>
              </a:solidFill>
              <a:cs typeface="Segoe UI" panose="020B0502040204020203" pitchFamily="34" charset="0"/>
            </a:endParaRPr>
          </a:p>
        </p:txBody>
      </p:sp>
    </p:spTree>
    <p:extLst>
      <p:ext uri="{BB962C8B-B14F-4D97-AF65-F5344CB8AC3E}">
        <p14:creationId xmlns:p14="http://schemas.microsoft.com/office/powerpoint/2010/main" val="33671791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86D27-68F1-47B9-A6E0-2CEAFAEB2F41}"/>
              </a:ext>
            </a:extLst>
          </p:cNvPr>
          <p:cNvSpPr>
            <a:spLocks noGrp="1"/>
          </p:cNvSpPr>
          <p:nvPr>
            <p:ph type="title"/>
          </p:nvPr>
        </p:nvSpPr>
        <p:spPr>
          <a:xfrm>
            <a:off x="572135" y="1684526"/>
            <a:ext cx="3833906" cy="2278772"/>
          </a:xfrm>
        </p:spPr>
        <p:txBody>
          <a:bodyPr/>
          <a:lstStyle/>
          <a:p>
            <a:pPr algn="ctr"/>
            <a:r>
              <a:rPr lang="en-US" altLang="ja-JP" b="1" dirty="0">
                <a:cs typeface="Arial" panose="020B0604020202020204" pitchFamily="34" charset="0"/>
              </a:rPr>
              <a:t>Goals of AIUB</a:t>
            </a:r>
            <a:endParaRPr lang="en-US" dirty="0"/>
          </a:p>
        </p:txBody>
      </p:sp>
      <p:sp>
        <p:nvSpPr>
          <p:cNvPr id="3" name="Content Placeholder 2">
            <a:extLst>
              <a:ext uri="{FF2B5EF4-FFF2-40B4-BE49-F238E27FC236}">
                <a16:creationId xmlns:a16="http://schemas.microsoft.com/office/drawing/2014/main" id="{4890876D-147F-4718-97A1-D749D03B8512}"/>
              </a:ext>
            </a:extLst>
          </p:cNvPr>
          <p:cNvSpPr>
            <a:spLocks noGrp="1"/>
          </p:cNvSpPr>
          <p:nvPr>
            <p:ph idx="1"/>
          </p:nvPr>
        </p:nvSpPr>
        <p:spPr/>
        <p:txBody>
          <a:bodyPr>
            <a:normAutofit fontScale="70000" lnSpcReduction="20000"/>
          </a:bodyPr>
          <a:lstStyle/>
          <a:p>
            <a:pPr marL="0" lvl="0" indent="0">
              <a:lnSpc>
                <a:spcPct val="100000"/>
              </a:lnSpc>
              <a:spcAft>
                <a:spcPts val="2400"/>
              </a:spcAft>
              <a:buNone/>
            </a:pPr>
            <a:r>
              <a:rPr lang="en-US" sz="3200" dirty="0">
                <a:solidFill>
                  <a:prstClr val="black">
                    <a:lumMod val="85000"/>
                    <a:lumOff val="15000"/>
                  </a:prstClr>
                </a:solidFill>
                <a:cs typeface="Segoe UI" panose="020B0502040204020203" pitchFamily="34" charset="0"/>
              </a:rPr>
              <a:t>Sustain development and progress of the university </a:t>
            </a:r>
          </a:p>
          <a:p>
            <a:pPr marL="0" lvl="0" indent="0">
              <a:lnSpc>
                <a:spcPct val="100000"/>
              </a:lnSpc>
              <a:spcAft>
                <a:spcPts val="2400"/>
              </a:spcAft>
              <a:buNone/>
            </a:pPr>
            <a:r>
              <a:rPr lang="en-US" sz="3200" dirty="0">
                <a:solidFill>
                  <a:prstClr val="black">
                    <a:lumMod val="85000"/>
                    <a:lumOff val="15000"/>
                  </a:prstClr>
                </a:solidFill>
                <a:cs typeface="Segoe UI" panose="020B0502040204020203" pitchFamily="34" charset="0"/>
              </a:rPr>
              <a:t>Continue to upgrade educational services and facilities responsive of the demands for change and needs of the society </a:t>
            </a:r>
          </a:p>
          <a:p>
            <a:pPr marL="0" lvl="0" indent="0">
              <a:lnSpc>
                <a:spcPct val="100000"/>
              </a:lnSpc>
              <a:spcAft>
                <a:spcPts val="2400"/>
              </a:spcAft>
              <a:buNone/>
            </a:pPr>
            <a:r>
              <a:rPr lang="en-US" sz="3200" dirty="0">
                <a:solidFill>
                  <a:prstClr val="black">
                    <a:lumMod val="85000"/>
                    <a:lumOff val="15000"/>
                  </a:prstClr>
                </a:solidFill>
                <a:cs typeface="Segoe UI" panose="020B0502040204020203" pitchFamily="34" charset="0"/>
              </a:rPr>
              <a:t>Inculcate professional culture among management, faculty and personnel in the attainment of the institution's vision, mission and goals </a:t>
            </a:r>
          </a:p>
          <a:p>
            <a:pPr marL="0" lvl="0" indent="0">
              <a:lnSpc>
                <a:spcPct val="100000"/>
              </a:lnSpc>
              <a:spcAft>
                <a:spcPts val="2400"/>
              </a:spcAft>
              <a:buNone/>
            </a:pPr>
            <a:r>
              <a:rPr lang="en-US" sz="3200" dirty="0">
                <a:solidFill>
                  <a:prstClr val="black">
                    <a:lumMod val="85000"/>
                    <a:lumOff val="15000"/>
                  </a:prstClr>
                </a:solidFill>
                <a:cs typeface="Segoe UI" panose="020B0502040204020203" pitchFamily="34" charset="0"/>
              </a:rPr>
              <a:t>Enhance research consciousness in discovering new dimensions for curriculum development and enrichment </a:t>
            </a:r>
          </a:p>
          <a:p>
            <a:pPr marL="0" lvl="0" indent="0">
              <a:lnSpc>
                <a:spcPct val="100000"/>
              </a:lnSpc>
              <a:spcAft>
                <a:spcPts val="2400"/>
              </a:spcAft>
              <a:buNone/>
            </a:pPr>
            <a:endParaRPr lang="en-US" sz="3200" dirty="0">
              <a:solidFill>
                <a:prstClr val="black">
                  <a:lumMod val="85000"/>
                  <a:lumOff val="15000"/>
                </a:prstClr>
              </a:solidFill>
              <a:cs typeface="Segoe UI" panose="020B0502040204020203" pitchFamily="34" charset="0"/>
            </a:endParaRPr>
          </a:p>
        </p:txBody>
      </p:sp>
    </p:spTree>
    <p:extLst>
      <p:ext uri="{BB962C8B-B14F-4D97-AF65-F5344CB8AC3E}">
        <p14:creationId xmlns:p14="http://schemas.microsoft.com/office/powerpoint/2010/main" val="4813192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86D27-68F1-47B9-A6E0-2CEAFAEB2F41}"/>
              </a:ext>
            </a:extLst>
          </p:cNvPr>
          <p:cNvSpPr>
            <a:spLocks noGrp="1"/>
          </p:cNvSpPr>
          <p:nvPr>
            <p:ph type="title"/>
          </p:nvPr>
        </p:nvSpPr>
        <p:spPr>
          <a:xfrm>
            <a:off x="572135" y="1684526"/>
            <a:ext cx="3833906" cy="2278772"/>
          </a:xfrm>
        </p:spPr>
        <p:txBody>
          <a:bodyPr/>
          <a:lstStyle/>
          <a:p>
            <a:pPr algn="ctr"/>
            <a:r>
              <a:rPr lang="en-US" altLang="ja-JP" b="1" dirty="0">
                <a:cs typeface="Arial" panose="020B0604020202020204" pitchFamily="34" charset="0"/>
              </a:rPr>
              <a:t>Goals of AIUB</a:t>
            </a:r>
            <a:endParaRPr lang="en-US" dirty="0"/>
          </a:p>
        </p:txBody>
      </p:sp>
      <p:sp>
        <p:nvSpPr>
          <p:cNvPr id="3" name="Content Placeholder 2">
            <a:extLst>
              <a:ext uri="{FF2B5EF4-FFF2-40B4-BE49-F238E27FC236}">
                <a16:creationId xmlns:a16="http://schemas.microsoft.com/office/drawing/2014/main" id="{4890876D-147F-4718-97A1-D749D03B8512}"/>
              </a:ext>
            </a:extLst>
          </p:cNvPr>
          <p:cNvSpPr>
            <a:spLocks noGrp="1"/>
          </p:cNvSpPr>
          <p:nvPr>
            <p:ph idx="1"/>
          </p:nvPr>
        </p:nvSpPr>
        <p:spPr/>
        <p:txBody>
          <a:bodyPr>
            <a:normAutofit fontScale="92500" lnSpcReduction="20000"/>
          </a:bodyPr>
          <a:lstStyle/>
          <a:p>
            <a:pPr marL="0" lvl="0" indent="0">
              <a:lnSpc>
                <a:spcPct val="100000"/>
              </a:lnSpc>
              <a:spcAft>
                <a:spcPts val="2400"/>
              </a:spcAft>
              <a:buNone/>
            </a:pPr>
            <a:r>
              <a:rPr lang="en-US" dirty="0">
                <a:solidFill>
                  <a:prstClr val="black">
                    <a:lumMod val="85000"/>
                    <a:lumOff val="15000"/>
                  </a:prstClr>
                </a:solidFill>
                <a:cs typeface="Segoe UI" panose="020B0502040204020203" pitchFamily="34" charset="0"/>
              </a:rPr>
              <a:t>Implement meaningful and relevant community outreach programs reflective of the available resources and expertise of the university </a:t>
            </a:r>
          </a:p>
          <a:p>
            <a:pPr marL="0" lvl="0" indent="0">
              <a:lnSpc>
                <a:spcPct val="100000"/>
              </a:lnSpc>
              <a:spcAft>
                <a:spcPts val="2400"/>
              </a:spcAft>
              <a:buNone/>
            </a:pPr>
            <a:r>
              <a:rPr lang="en-US" dirty="0">
                <a:solidFill>
                  <a:prstClr val="black">
                    <a:lumMod val="85000"/>
                    <a:lumOff val="15000"/>
                  </a:prstClr>
                </a:solidFill>
                <a:cs typeface="Segoe UI" panose="020B0502040204020203" pitchFamily="34" charset="0"/>
              </a:rPr>
              <a:t>Establish strong networking of programs, sharing of resources and expertise with local and international educational institutions and organizations </a:t>
            </a:r>
          </a:p>
          <a:p>
            <a:pPr marL="0" lvl="0" indent="0">
              <a:lnSpc>
                <a:spcPct val="100000"/>
              </a:lnSpc>
              <a:spcAft>
                <a:spcPts val="2400"/>
              </a:spcAft>
              <a:buNone/>
            </a:pPr>
            <a:r>
              <a:rPr lang="en-US" dirty="0">
                <a:solidFill>
                  <a:prstClr val="black">
                    <a:lumMod val="85000"/>
                    <a:lumOff val="15000"/>
                  </a:prstClr>
                </a:solidFill>
                <a:cs typeface="Segoe UI" panose="020B0502040204020203" pitchFamily="34" charset="0"/>
              </a:rPr>
              <a:t>Accelerate the participation of alumni, students and professionals in the implementation of educational programs and development of projects designed to expand and improve global academic standards </a:t>
            </a:r>
          </a:p>
        </p:txBody>
      </p:sp>
    </p:spTree>
    <p:extLst>
      <p:ext uri="{BB962C8B-B14F-4D97-AF65-F5344CB8AC3E}">
        <p14:creationId xmlns:p14="http://schemas.microsoft.com/office/powerpoint/2010/main" val="1027283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86D27-68F1-47B9-A6E0-2CEAFAEB2F41}"/>
              </a:ext>
            </a:extLst>
          </p:cNvPr>
          <p:cNvSpPr>
            <a:spLocks noGrp="1"/>
          </p:cNvSpPr>
          <p:nvPr>
            <p:ph type="title"/>
          </p:nvPr>
        </p:nvSpPr>
        <p:spPr>
          <a:xfrm>
            <a:off x="572135" y="1684526"/>
            <a:ext cx="3833906" cy="2278772"/>
          </a:xfrm>
        </p:spPr>
        <p:txBody>
          <a:bodyPr/>
          <a:lstStyle/>
          <a:p>
            <a:pPr algn="ctr"/>
            <a:r>
              <a:rPr lang="en-US" altLang="ja-JP" b="1" dirty="0">
                <a:cs typeface="Arial" panose="020B0604020202020204" pitchFamily="34" charset="0"/>
              </a:rPr>
              <a:t>Few Rules of AIUB</a:t>
            </a:r>
            <a:endParaRPr lang="en-US" dirty="0"/>
          </a:p>
        </p:txBody>
      </p:sp>
      <p:sp>
        <p:nvSpPr>
          <p:cNvPr id="3" name="Content Placeholder 2">
            <a:extLst>
              <a:ext uri="{FF2B5EF4-FFF2-40B4-BE49-F238E27FC236}">
                <a16:creationId xmlns:a16="http://schemas.microsoft.com/office/drawing/2014/main" id="{4890876D-147F-4718-97A1-D749D03B8512}"/>
              </a:ext>
            </a:extLst>
          </p:cNvPr>
          <p:cNvSpPr>
            <a:spLocks noGrp="1"/>
          </p:cNvSpPr>
          <p:nvPr>
            <p:ph idx="1"/>
          </p:nvPr>
        </p:nvSpPr>
        <p:spPr/>
        <p:txBody>
          <a:bodyPr>
            <a:normAutofit/>
          </a:bodyPr>
          <a:lstStyle/>
          <a:p>
            <a:pPr>
              <a:lnSpc>
                <a:spcPct val="100000"/>
              </a:lnSpc>
              <a:spcAft>
                <a:spcPts val="2400"/>
              </a:spcAft>
            </a:pPr>
            <a:r>
              <a:rPr lang="en-US" sz="3200" dirty="0">
                <a:solidFill>
                  <a:prstClr val="black">
                    <a:lumMod val="85000"/>
                    <a:lumOff val="15000"/>
                  </a:prstClr>
                </a:solidFill>
                <a:cs typeface="Segoe UI" panose="020B0502040204020203" pitchFamily="34" charset="0"/>
              </a:rPr>
              <a:t>Always wear ID.</a:t>
            </a:r>
          </a:p>
          <a:p>
            <a:pPr>
              <a:lnSpc>
                <a:spcPct val="100000"/>
              </a:lnSpc>
              <a:spcAft>
                <a:spcPts val="2400"/>
              </a:spcAft>
            </a:pPr>
            <a:r>
              <a:rPr lang="en-US" sz="3200" dirty="0">
                <a:solidFill>
                  <a:prstClr val="black">
                    <a:lumMod val="85000"/>
                    <a:lumOff val="15000"/>
                  </a:prstClr>
                </a:solidFill>
                <a:cs typeface="Segoe UI" panose="020B0502040204020203" pitchFamily="34" charset="0"/>
              </a:rPr>
              <a:t>No ID no Entry</a:t>
            </a:r>
          </a:p>
          <a:p>
            <a:pPr>
              <a:lnSpc>
                <a:spcPct val="100000"/>
              </a:lnSpc>
              <a:spcAft>
                <a:spcPts val="2400"/>
              </a:spcAft>
            </a:pPr>
            <a:r>
              <a:rPr lang="en-US" sz="3200" dirty="0">
                <a:solidFill>
                  <a:prstClr val="black">
                    <a:lumMod val="85000"/>
                    <a:lumOff val="15000"/>
                  </a:prstClr>
                </a:solidFill>
                <a:cs typeface="Segoe UI" panose="020B0502040204020203" pitchFamily="34" charset="0"/>
              </a:rPr>
              <a:t>Do not throw rubbish anywhere except the designated rubbish bins</a:t>
            </a:r>
          </a:p>
          <a:p>
            <a:pPr>
              <a:lnSpc>
                <a:spcPct val="100000"/>
              </a:lnSpc>
              <a:spcAft>
                <a:spcPts val="2400"/>
              </a:spcAft>
            </a:pPr>
            <a:r>
              <a:rPr lang="en-US" sz="3200" dirty="0">
                <a:solidFill>
                  <a:prstClr val="black">
                    <a:lumMod val="85000"/>
                    <a:lumOff val="15000"/>
                  </a:prstClr>
                </a:solidFill>
                <a:cs typeface="Segoe UI" panose="020B0502040204020203" pitchFamily="34" charset="0"/>
              </a:rPr>
              <a:t>Do not wear sandals (male only).</a:t>
            </a:r>
          </a:p>
        </p:txBody>
      </p:sp>
    </p:spTree>
    <p:extLst>
      <p:ext uri="{BB962C8B-B14F-4D97-AF65-F5344CB8AC3E}">
        <p14:creationId xmlns:p14="http://schemas.microsoft.com/office/powerpoint/2010/main" val="42846431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86D27-68F1-47B9-A6E0-2CEAFAEB2F41}"/>
              </a:ext>
            </a:extLst>
          </p:cNvPr>
          <p:cNvSpPr>
            <a:spLocks noGrp="1"/>
          </p:cNvSpPr>
          <p:nvPr>
            <p:ph type="title"/>
          </p:nvPr>
        </p:nvSpPr>
        <p:spPr>
          <a:xfrm>
            <a:off x="572135" y="1684526"/>
            <a:ext cx="3833906" cy="2278772"/>
          </a:xfrm>
        </p:spPr>
        <p:txBody>
          <a:bodyPr/>
          <a:lstStyle/>
          <a:p>
            <a:pPr algn="ctr"/>
            <a:r>
              <a:rPr lang="en-US" b="1" dirty="0">
                <a:cs typeface="Arial" panose="020B0604020202020204" pitchFamily="34" charset="0"/>
              </a:rPr>
              <a:t>Welcome to Dept of. CS</a:t>
            </a:r>
            <a:endParaRPr lang="en-US" dirty="0"/>
          </a:p>
        </p:txBody>
      </p:sp>
      <p:sp>
        <p:nvSpPr>
          <p:cNvPr id="3" name="Content Placeholder 2">
            <a:extLst>
              <a:ext uri="{FF2B5EF4-FFF2-40B4-BE49-F238E27FC236}">
                <a16:creationId xmlns:a16="http://schemas.microsoft.com/office/drawing/2014/main" id="{4890876D-147F-4718-97A1-D749D03B8512}"/>
              </a:ext>
            </a:extLst>
          </p:cNvPr>
          <p:cNvSpPr>
            <a:spLocks noGrp="1"/>
          </p:cNvSpPr>
          <p:nvPr>
            <p:ph idx="1"/>
          </p:nvPr>
        </p:nvSpPr>
        <p:spPr>
          <a:xfrm>
            <a:off x="5532120" y="358646"/>
            <a:ext cx="6296025" cy="5896056"/>
          </a:xfrm>
        </p:spPr>
        <p:txBody>
          <a:bodyPr>
            <a:normAutofit fontScale="70000" lnSpcReduction="20000"/>
          </a:bodyPr>
          <a:lstStyle/>
          <a:p>
            <a:pPr marL="0" indent="0">
              <a:lnSpc>
                <a:spcPct val="100000"/>
              </a:lnSpc>
              <a:spcAft>
                <a:spcPts val="2400"/>
              </a:spcAft>
              <a:buNone/>
            </a:pPr>
            <a:r>
              <a:rPr lang="en-US" sz="3400" dirty="0">
                <a:solidFill>
                  <a:prstClr val="black">
                    <a:lumMod val="85000"/>
                    <a:lumOff val="15000"/>
                  </a:prstClr>
                </a:solidFill>
                <a:cs typeface="Segoe UI" panose="020B0502040204020203" pitchFamily="34" charset="0"/>
              </a:rPr>
              <a:t>Vision: </a:t>
            </a:r>
          </a:p>
          <a:p>
            <a:pPr marL="0" indent="0">
              <a:lnSpc>
                <a:spcPct val="100000"/>
              </a:lnSpc>
              <a:spcAft>
                <a:spcPts val="2400"/>
              </a:spcAft>
              <a:buNone/>
            </a:pPr>
            <a:r>
              <a:rPr lang="en-US" altLang="ja-JP" sz="3400" dirty="0"/>
              <a:t>Provides leadership in the pursuit of quality and excellent computer education and produce highly skilled and globally competitive IT professionals.</a:t>
            </a:r>
          </a:p>
          <a:p>
            <a:pPr marL="0" indent="0">
              <a:lnSpc>
                <a:spcPct val="100000"/>
              </a:lnSpc>
              <a:spcAft>
                <a:spcPts val="2400"/>
              </a:spcAft>
              <a:buNone/>
            </a:pPr>
            <a:r>
              <a:rPr lang="en-US" sz="3400" dirty="0">
                <a:solidFill>
                  <a:prstClr val="black">
                    <a:lumMod val="85000"/>
                    <a:lumOff val="15000"/>
                  </a:prstClr>
                </a:solidFill>
                <a:cs typeface="Segoe UI" panose="020B0502040204020203" pitchFamily="34" charset="0"/>
              </a:rPr>
              <a:t>Mission: </a:t>
            </a:r>
          </a:p>
          <a:p>
            <a:pPr marL="0" indent="0">
              <a:lnSpc>
                <a:spcPct val="100000"/>
              </a:lnSpc>
              <a:spcAft>
                <a:spcPts val="2400"/>
              </a:spcAft>
              <a:buNone/>
            </a:pPr>
            <a:r>
              <a:rPr lang="en-US" altLang="ja-JP" sz="3400" dirty="0"/>
              <a:t>Committed to educate students to think analytically and communicate effectively; train them to acquire technological, industry and research-oriented accepted skills; keep them abreast of the new trends and progress in the world of information communication technology; and inculcate in them the value of professional ethics.</a:t>
            </a:r>
            <a:endParaRPr lang="en-US" sz="3400" dirty="0"/>
          </a:p>
          <a:p>
            <a:pPr marL="0" lvl="0" indent="0">
              <a:lnSpc>
                <a:spcPct val="100000"/>
              </a:lnSpc>
              <a:spcAft>
                <a:spcPts val="2400"/>
              </a:spcAft>
              <a:buNone/>
            </a:pPr>
            <a:endParaRPr lang="en-US" sz="3200" dirty="0">
              <a:solidFill>
                <a:prstClr val="black">
                  <a:lumMod val="85000"/>
                  <a:lumOff val="15000"/>
                </a:prstClr>
              </a:solidFill>
              <a:cs typeface="Segoe UI" panose="020B0502040204020203" pitchFamily="34" charset="0"/>
            </a:endParaRPr>
          </a:p>
        </p:txBody>
      </p:sp>
    </p:spTree>
    <p:extLst>
      <p:ext uri="{BB962C8B-B14F-4D97-AF65-F5344CB8AC3E}">
        <p14:creationId xmlns:p14="http://schemas.microsoft.com/office/powerpoint/2010/main" val="21899111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86D27-68F1-47B9-A6E0-2CEAFAEB2F41}"/>
              </a:ext>
            </a:extLst>
          </p:cNvPr>
          <p:cNvSpPr>
            <a:spLocks noGrp="1"/>
          </p:cNvSpPr>
          <p:nvPr>
            <p:ph type="title"/>
          </p:nvPr>
        </p:nvSpPr>
        <p:spPr>
          <a:xfrm>
            <a:off x="572135" y="1684526"/>
            <a:ext cx="3833906" cy="2278772"/>
          </a:xfrm>
        </p:spPr>
        <p:txBody>
          <a:bodyPr/>
          <a:lstStyle/>
          <a:p>
            <a:pPr algn="ctr"/>
            <a:r>
              <a:rPr lang="en-US" altLang="ja-JP" b="1" dirty="0">
                <a:cs typeface="Arial" panose="020B0604020202020204" pitchFamily="34" charset="0"/>
              </a:rPr>
              <a:t>Goals of CS</a:t>
            </a:r>
            <a:endParaRPr lang="en-US" dirty="0"/>
          </a:p>
        </p:txBody>
      </p:sp>
      <p:sp>
        <p:nvSpPr>
          <p:cNvPr id="3" name="Content Placeholder 2">
            <a:extLst>
              <a:ext uri="{FF2B5EF4-FFF2-40B4-BE49-F238E27FC236}">
                <a16:creationId xmlns:a16="http://schemas.microsoft.com/office/drawing/2014/main" id="{4890876D-147F-4718-97A1-D749D03B8512}"/>
              </a:ext>
            </a:extLst>
          </p:cNvPr>
          <p:cNvSpPr>
            <a:spLocks noGrp="1"/>
          </p:cNvSpPr>
          <p:nvPr>
            <p:ph idx="1"/>
          </p:nvPr>
        </p:nvSpPr>
        <p:spPr>
          <a:xfrm>
            <a:off x="5516880" y="358646"/>
            <a:ext cx="6311265" cy="5896056"/>
          </a:xfrm>
        </p:spPr>
        <p:txBody>
          <a:bodyPr>
            <a:normAutofit fontScale="92500" lnSpcReduction="10000"/>
          </a:bodyPr>
          <a:lstStyle/>
          <a:p>
            <a:pPr>
              <a:lnSpc>
                <a:spcPct val="80000"/>
              </a:lnSpc>
              <a:spcBef>
                <a:spcPts val="1000"/>
              </a:spcBef>
            </a:pPr>
            <a:r>
              <a:rPr lang="en-US" altLang="ja-JP" dirty="0"/>
              <a:t>Enrich the computer education curriculum to suit the needs of the industry-   wide standards for both domestic and international markets</a:t>
            </a:r>
          </a:p>
          <a:p>
            <a:pPr>
              <a:lnSpc>
                <a:spcPct val="80000"/>
              </a:lnSpc>
            </a:pPr>
            <a:r>
              <a:rPr lang="en-US" altLang="ja-JP" dirty="0"/>
              <a:t>Equip the faculty and staff with professional, modern technological and research skills</a:t>
            </a:r>
          </a:p>
          <a:p>
            <a:pPr>
              <a:lnSpc>
                <a:spcPct val="80000"/>
              </a:lnSpc>
            </a:pPr>
            <a:r>
              <a:rPr lang="en-US" altLang="ja-JP" dirty="0"/>
              <a:t>Upgrade continuously computer hardware's, facilities and instructional materials to cope with the challenges of the information technology age</a:t>
            </a:r>
          </a:p>
          <a:p>
            <a:pPr>
              <a:lnSpc>
                <a:spcPct val="80000"/>
              </a:lnSpc>
            </a:pPr>
            <a:r>
              <a:rPr lang="en-US" altLang="ja-JP" dirty="0"/>
              <a:t>Initiate and conduct relevant research, software development and outreach services.</a:t>
            </a:r>
          </a:p>
          <a:p>
            <a:pPr>
              <a:lnSpc>
                <a:spcPct val="80000"/>
              </a:lnSpc>
            </a:pPr>
            <a:r>
              <a:rPr lang="en-US" altLang="ja-JP" dirty="0"/>
              <a:t>Establish linkage with industry and other IT-based organizations/institutions for sharing of resources and expertise, and better job opportunities for students</a:t>
            </a:r>
          </a:p>
        </p:txBody>
      </p:sp>
    </p:spTree>
    <p:extLst>
      <p:ext uri="{BB962C8B-B14F-4D97-AF65-F5344CB8AC3E}">
        <p14:creationId xmlns:p14="http://schemas.microsoft.com/office/powerpoint/2010/main" val="20214716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86D27-68F1-47B9-A6E0-2CEAFAEB2F41}"/>
              </a:ext>
            </a:extLst>
          </p:cNvPr>
          <p:cNvSpPr>
            <a:spLocks noGrp="1"/>
          </p:cNvSpPr>
          <p:nvPr>
            <p:ph type="title"/>
          </p:nvPr>
        </p:nvSpPr>
        <p:spPr>
          <a:xfrm>
            <a:off x="572134" y="1684526"/>
            <a:ext cx="4319905" cy="2278772"/>
          </a:xfrm>
        </p:spPr>
        <p:txBody>
          <a:bodyPr>
            <a:normAutofit fontScale="90000"/>
          </a:bodyPr>
          <a:lstStyle/>
          <a:p>
            <a:pPr algn="ctr"/>
            <a:r>
              <a:rPr lang="en-US" altLang="ja-JP" b="1" dirty="0">
                <a:cs typeface="Arial" panose="020B0604020202020204" pitchFamily="34" charset="0"/>
              </a:rPr>
              <a:t>Welcome to the world of Programming!!</a:t>
            </a:r>
            <a:endParaRPr lang="en-US" dirty="0"/>
          </a:p>
        </p:txBody>
      </p:sp>
      <p:pic>
        <p:nvPicPr>
          <p:cNvPr id="5" name="Content Placeholder 4">
            <a:extLst>
              <a:ext uri="{FF2B5EF4-FFF2-40B4-BE49-F238E27FC236}">
                <a16:creationId xmlns:a16="http://schemas.microsoft.com/office/drawing/2014/main" id="{40493000-0598-4EDD-A3AD-990FCB5BCA81}"/>
              </a:ext>
            </a:extLst>
          </p:cNvPr>
          <p:cNvPicPr>
            <a:picLocks noGrp="1" noChangeAspect="1"/>
          </p:cNvPicPr>
          <p:nvPr>
            <p:ph idx="1"/>
          </p:nvPr>
        </p:nvPicPr>
        <p:blipFill>
          <a:blip r:embed="rId2"/>
          <a:stretch>
            <a:fillRect/>
          </a:stretch>
        </p:blipFill>
        <p:spPr>
          <a:xfrm>
            <a:off x="5447255" y="1368425"/>
            <a:ext cx="6705614" cy="4462281"/>
          </a:xfrm>
        </p:spPr>
      </p:pic>
    </p:spTree>
    <p:extLst>
      <p:ext uri="{BB962C8B-B14F-4D97-AF65-F5344CB8AC3E}">
        <p14:creationId xmlns:p14="http://schemas.microsoft.com/office/powerpoint/2010/main" val="36914719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86D27-68F1-47B9-A6E0-2CEAFAEB2F41}"/>
              </a:ext>
            </a:extLst>
          </p:cNvPr>
          <p:cNvSpPr>
            <a:spLocks noGrp="1"/>
          </p:cNvSpPr>
          <p:nvPr>
            <p:ph type="title"/>
          </p:nvPr>
        </p:nvSpPr>
        <p:spPr>
          <a:xfrm>
            <a:off x="572135" y="1684526"/>
            <a:ext cx="3833906" cy="2278772"/>
          </a:xfrm>
        </p:spPr>
        <p:txBody>
          <a:bodyPr/>
          <a:lstStyle/>
          <a:p>
            <a:pPr algn="ctr"/>
            <a:r>
              <a:rPr lang="en-US" altLang="ja-JP" b="1" dirty="0">
                <a:cs typeface="Arial" panose="020B0604020202020204" pitchFamily="34" charset="0"/>
              </a:rPr>
              <a:t>Course Objectives</a:t>
            </a:r>
            <a:endParaRPr lang="en-US" dirty="0"/>
          </a:p>
        </p:txBody>
      </p:sp>
      <p:sp>
        <p:nvSpPr>
          <p:cNvPr id="3" name="Content Placeholder 2">
            <a:extLst>
              <a:ext uri="{FF2B5EF4-FFF2-40B4-BE49-F238E27FC236}">
                <a16:creationId xmlns:a16="http://schemas.microsoft.com/office/drawing/2014/main" id="{4890876D-147F-4718-97A1-D749D03B8512}"/>
              </a:ext>
            </a:extLst>
          </p:cNvPr>
          <p:cNvSpPr>
            <a:spLocks noGrp="1"/>
          </p:cNvSpPr>
          <p:nvPr>
            <p:ph idx="1"/>
          </p:nvPr>
        </p:nvSpPr>
        <p:spPr>
          <a:xfrm>
            <a:off x="5516880" y="358646"/>
            <a:ext cx="6311265" cy="5896056"/>
          </a:xfrm>
        </p:spPr>
        <p:txBody>
          <a:bodyPr>
            <a:normAutofit fontScale="85000" lnSpcReduction="10000"/>
          </a:bodyPr>
          <a:lstStyle/>
          <a:p>
            <a:pPr lvl="0"/>
            <a:r>
              <a:rPr lang="en-US" dirty="0"/>
              <a:t>Understand the role of designing and the development of programming solutions to solve different computational problems.</a:t>
            </a:r>
          </a:p>
          <a:p>
            <a:pPr lvl="0"/>
            <a:r>
              <a:rPr lang="en-US" dirty="0"/>
              <a:t>Define aspects of Object-Oriented programming language.</a:t>
            </a:r>
          </a:p>
          <a:p>
            <a:pPr lvl="0"/>
            <a:r>
              <a:rPr lang="en-US" dirty="0"/>
              <a:t>Develop programs and demonstrate programming skills in Object-oriented Programming.</a:t>
            </a:r>
          </a:p>
          <a:p>
            <a:pPr lvl="0"/>
            <a:r>
              <a:rPr lang="en-US" dirty="0"/>
              <a:t>Make good use of compilers, debuggers, and related tools.</a:t>
            </a:r>
          </a:p>
          <a:p>
            <a:pPr lvl="0"/>
            <a:r>
              <a:rPr lang="en-US" dirty="0"/>
              <a:t>Develop the pre-requisite programing skills for Data Structure &amp; Algorithm courses.</a:t>
            </a:r>
          </a:p>
          <a:p>
            <a:pPr lvl="0"/>
            <a:r>
              <a:rPr lang="en-US" dirty="0"/>
              <a:t>Apply gained knowledge and Skills to the IT industry.</a:t>
            </a:r>
          </a:p>
          <a:p>
            <a:pPr>
              <a:lnSpc>
                <a:spcPct val="80000"/>
              </a:lnSpc>
              <a:spcBef>
                <a:spcPts val="1000"/>
              </a:spcBef>
            </a:pPr>
            <a:endParaRPr lang="en-US" altLang="ja-JP" dirty="0"/>
          </a:p>
        </p:txBody>
      </p:sp>
    </p:spTree>
    <p:extLst>
      <p:ext uri="{BB962C8B-B14F-4D97-AF65-F5344CB8AC3E}">
        <p14:creationId xmlns:p14="http://schemas.microsoft.com/office/powerpoint/2010/main" val="12090088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86D27-68F1-47B9-A6E0-2CEAFAEB2F41}"/>
              </a:ext>
            </a:extLst>
          </p:cNvPr>
          <p:cNvSpPr>
            <a:spLocks noGrp="1"/>
          </p:cNvSpPr>
          <p:nvPr>
            <p:ph type="title"/>
          </p:nvPr>
        </p:nvSpPr>
        <p:spPr>
          <a:xfrm>
            <a:off x="572135" y="1684526"/>
            <a:ext cx="3833906" cy="2278772"/>
          </a:xfrm>
        </p:spPr>
        <p:txBody>
          <a:bodyPr/>
          <a:lstStyle/>
          <a:p>
            <a:pPr algn="ctr"/>
            <a:r>
              <a:rPr lang="en-US" altLang="ja-JP" b="1" dirty="0">
                <a:cs typeface="Arial" panose="020B0604020202020204" pitchFamily="34" charset="0"/>
              </a:rPr>
              <a:t>Knowledge Required </a:t>
            </a:r>
            <a:endParaRPr lang="en-US" dirty="0"/>
          </a:p>
        </p:txBody>
      </p:sp>
      <p:sp>
        <p:nvSpPr>
          <p:cNvPr id="3" name="Content Placeholder 2">
            <a:extLst>
              <a:ext uri="{FF2B5EF4-FFF2-40B4-BE49-F238E27FC236}">
                <a16:creationId xmlns:a16="http://schemas.microsoft.com/office/drawing/2014/main" id="{4890876D-147F-4718-97A1-D749D03B8512}"/>
              </a:ext>
            </a:extLst>
          </p:cNvPr>
          <p:cNvSpPr>
            <a:spLocks noGrp="1"/>
          </p:cNvSpPr>
          <p:nvPr>
            <p:ph idx="1"/>
          </p:nvPr>
        </p:nvSpPr>
        <p:spPr>
          <a:xfrm>
            <a:off x="5273040" y="358646"/>
            <a:ext cx="6555105" cy="5896056"/>
          </a:xfrm>
        </p:spPr>
        <p:txBody>
          <a:bodyPr>
            <a:normAutofit/>
          </a:bodyPr>
          <a:lstStyle/>
          <a:p>
            <a:r>
              <a:rPr lang="en-US" dirty="0"/>
              <a:t>Representing information in computers, Binary Number Systems, Conversions.</a:t>
            </a:r>
          </a:p>
          <a:p>
            <a:r>
              <a:rPr lang="en-US" dirty="0"/>
              <a:t>Flow Chart.</a:t>
            </a:r>
          </a:p>
          <a:p>
            <a:r>
              <a:rPr lang="en-US" dirty="0"/>
              <a:t>Data Storage Concept &amp; Data types in Programming languages.</a:t>
            </a:r>
          </a:p>
          <a:p>
            <a:pPr>
              <a:lnSpc>
                <a:spcPct val="80000"/>
              </a:lnSpc>
              <a:spcBef>
                <a:spcPts val="1000"/>
              </a:spcBef>
            </a:pPr>
            <a:endParaRPr lang="en-US" altLang="ja-JP" dirty="0"/>
          </a:p>
        </p:txBody>
      </p:sp>
    </p:spTree>
    <p:extLst>
      <p:ext uri="{BB962C8B-B14F-4D97-AF65-F5344CB8AC3E}">
        <p14:creationId xmlns:p14="http://schemas.microsoft.com/office/powerpoint/2010/main" val="16570158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86D27-68F1-47B9-A6E0-2CEAFAEB2F41}"/>
              </a:ext>
            </a:extLst>
          </p:cNvPr>
          <p:cNvSpPr>
            <a:spLocks noGrp="1"/>
          </p:cNvSpPr>
          <p:nvPr>
            <p:ph type="title"/>
          </p:nvPr>
        </p:nvSpPr>
        <p:spPr>
          <a:xfrm>
            <a:off x="572135" y="1684526"/>
            <a:ext cx="3833906" cy="2278772"/>
          </a:xfrm>
        </p:spPr>
        <p:txBody>
          <a:bodyPr/>
          <a:lstStyle/>
          <a:p>
            <a:pPr algn="ctr"/>
            <a:r>
              <a:rPr lang="en-US" altLang="ja-JP" b="1" dirty="0">
                <a:cs typeface="Arial" panose="020B0604020202020204" pitchFamily="34" charset="0"/>
              </a:rPr>
              <a:t>Why this course??</a:t>
            </a:r>
            <a:endParaRPr lang="en-US" dirty="0"/>
          </a:p>
        </p:txBody>
      </p:sp>
      <p:sp>
        <p:nvSpPr>
          <p:cNvPr id="3" name="Content Placeholder 2">
            <a:extLst>
              <a:ext uri="{FF2B5EF4-FFF2-40B4-BE49-F238E27FC236}">
                <a16:creationId xmlns:a16="http://schemas.microsoft.com/office/drawing/2014/main" id="{4890876D-147F-4718-97A1-D749D03B8512}"/>
              </a:ext>
            </a:extLst>
          </p:cNvPr>
          <p:cNvSpPr>
            <a:spLocks noGrp="1"/>
          </p:cNvSpPr>
          <p:nvPr>
            <p:ph idx="1"/>
          </p:nvPr>
        </p:nvSpPr>
        <p:spPr>
          <a:xfrm>
            <a:off x="5516880" y="358646"/>
            <a:ext cx="6311265" cy="5896056"/>
          </a:xfrm>
        </p:spPr>
        <p:txBody>
          <a:bodyPr>
            <a:normAutofit/>
          </a:bodyPr>
          <a:lstStyle/>
          <a:p>
            <a:r>
              <a:rPr lang="en-US" dirty="0"/>
              <a:t>This course is the Base of your BSc in CSE degree.</a:t>
            </a:r>
          </a:p>
          <a:p>
            <a:r>
              <a:rPr lang="en-US" dirty="0"/>
              <a:t>The concept of structural and object oriented programming will be required in future. </a:t>
            </a:r>
          </a:p>
          <a:p>
            <a:r>
              <a:rPr lang="en-US" dirty="0"/>
              <a:t>This course will give the basic for the understanding of programming paradigm in today’s world.</a:t>
            </a:r>
          </a:p>
          <a:p>
            <a:r>
              <a:rPr lang="en-US" dirty="0"/>
              <a:t>Your future as a graduate in CSE will depend on the performance of this course highly.</a:t>
            </a:r>
          </a:p>
        </p:txBody>
      </p:sp>
    </p:spTree>
    <p:extLst>
      <p:ext uri="{BB962C8B-B14F-4D97-AF65-F5344CB8AC3E}">
        <p14:creationId xmlns:p14="http://schemas.microsoft.com/office/powerpoint/2010/main" val="8765102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86D27-68F1-47B9-A6E0-2CEAFAEB2F41}"/>
              </a:ext>
            </a:extLst>
          </p:cNvPr>
          <p:cNvSpPr>
            <a:spLocks noGrp="1"/>
          </p:cNvSpPr>
          <p:nvPr>
            <p:ph type="title"/>
          </p:nvPr>
        </p:nvSpPr>
        <p:spPr>
          <a:xfrm>
            <a:off x="572135" y="1684526"/>
            <a:ext cx="3833906" cy="2278772"/>
          </a:xfrm>
        </p:spPr>
        <p:txBody>
          <a:bodyPr/>
          <a:lstStyle/>
          <a:p>
            <a:pPr algn="ctr"/>
            <a:r>
              <a:rPr lang="en-US" dirty="0"/>
              <a:t>Course Policy</a:t>
            </a:r>
          </a:p>
        </p:txBody>
      </p:sp>
      <p:sp>
        <p:nvSpPr>
          <p:cNvPr id="3" name="Content Placeholder 2">
            <a:extLst>
              <a:ext uri="{FF2B5EF4-FFF2-40B4-BE49-F238E27FC236}">
                <a16:creationId xmlns:a16="http://schemas.microsoft.com/office/drawing/2014/main" id="{4890876D-147F-4718-97A1-D749D03B8512}"/>
              </a:ext>
            </a:extLst>
          </p:cNvPr>
          <p:cNvSpPr>
            <a:spLocks noGrp="1"/>
          </p:cNvSpPr>
          <p:nvPr>
            <p:ph idx="1"/>
          </p:nvPr>
        </p:nvSpPr>
        <p:spPr>
          <a:xfrm>
            <a:off x="5516880" y="358646"/>
            <a:ext cx="6311265" cy="5896056"/>
          </a:xfrm>
        </p:spPr>
        <p:txBody>
          <a:bodyPr>
            <a:normAutofit fontScale="77500" lnSpcReduction="20000"/>
          </a:bodyPr>
          <a:lstStyle/>
          <a:p>
            <a:pPr marL="0" lvl="0" indent="0">
              <a:buNone/>
            </a:pPr>
            <a:r>
              <a:rPr lang="en-US" b="1" dirty="0"/>
              <a:t>Student Attendance</a:t>
            </a:r>
            <a:endParaRPr lang="en-US" dirty="0"/>
          </a:p>
          <a:p>
            <a:r>
              <a:rPr lang="en-US" dirty="0"/>
              <a:t>All students are expected to attend all scheduled classes, and to read all assigned chapters / materials before coming to class. Attendance will be taken at the beginning of each class period. Students with less than </a:t>
            </a:r>
            <a:r>
              <a:rPr lang="en-US" b="1" dirty="0">
                <a:solidFill>
                  <a:srgbClr val="FF0000"/>
                </a:solidFill>
              </a:rPr>
              <a:t>80%</a:t>
            </a:r>
            <a:r>
              <a:rPr lang="en-US" dirty="0"/>
              <a:t> attendance will not receive any marks for attendance.</a:t>
            </a:r>
          </a:p>
          <a:p>
            <a:pPr marL="0" indent="0">
              <a:buNone/>
            </a:pPr>
            <a:r>
              <a:rPr lang="en-US" dirty="0"/>
              <a:t> </a:t>
            </a:r>
          </a:p>
          <a:p>
            <a:pPr marL="0" lvl="0" indent="0">
              <a:buNone/>
            </a:pPr>
            <a:r>
              <a:rPr lang="en-US" b="1" dirty="0"/>
              <a:t>Class Participation &amp; Peer Evaluation</a:t>
            </a:r>
            <a:endParaRPr lang="en-US" dirty="0"/>
          </a:p>
          <a:p>
            <a:r>
              <a:rPr lang="en-US" dirty="0"/>
              <a:t>You Students are expected to participate actively in the class. Your contribution towards your team will be counted too. Performance will be recorded during the theory lectures and labs. You must carry the text book with you during the class and lab. If you do not bring the book, then 0 will be given in the performance. </a:t>
            </a:r>
          </a:p>
        </p:txBody>
      </p:sp>
    </p:spTree>
    <p:extLst>
      <p:ext uri="{BB962C8B-B14F-4D97-AF65-F5344CB8AC3E}">
        <p14:creationId xmlns:p14="http://schemas.microsoft.com/office/powerpoint/2010/main" val="11003297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86D27-68F1-47B9-A6E0-2CEAFAEB2F41}"/>
              </a:ext>
            </a:extLst>
          </p:cNvPr>
          <p:cNvSpPr>
            <a:spLocks noGrp="1"/>
          </p:cNvSpPr>
          <p:nvPr>
            <p:ph type="title"/>
          </p:nvPr>
        </p:nvSpPr>
        <p:spPr>
          <a:xfrm>
            <a:off x="572135" y="1684526"/>
            <a:ext cx="3833906" cy="2278772"/>
          </a:xfrm>
        </p:spPr>
        <p:txBody>
          <a:bodyPr/>
          <a:lstStyle/>
          <a:p>
            <a:pPr algn="ctr"/>
            <a:r>
              <a:rPr lang="en-US" dirty="0"/>
              <a:t>Course policy</a:t>
            </a:r>
          </a:p>
        </p:txBody>
      </p:sp>
      <p:sp>
        <p:nvSpPr>
          <p:cNvPr id="3" name="Content Placeholder 2">
            <a:extLst>
              <a:ext uri="{FF2B5EF4-FFF2-40B4-BE49-F238E27FC236}">
                <a16:creationId xmlns:a16="http://schemas.microsoft.com/office/drawing/2014/main" id="{4890876D-147F-4718-97A1-D749D03B8512}"/>
              </a:ext>
            </a:extLst>
          </p:cNvPr>
          <p:cNvSpPr>
            <a:spLocks noGrp="1"/>
          </p:cNvSpPr>
          <p:nvPr>
            <p:ph idx="1"/>
          </p:nvPr>
        </p:nvSpPr>
        <p:spPr>
          <a:xfrm>
            <a:off x="5516880" y="358646"/>
            <a:ext cx="6311265" cy="5896056"/>
          </a:xfrm>
        </p:spPr>
        <p:txBody>
          <a:bodyPr>
            <a:normAutofit fontScale="40000" lnSpcReduction="20000"/>
          </a:bodyPr>
          <a:lstStyle/>
          <a:p>
            <a:pPr marL="0" lvl="0" indent="0">
              <a:buNone/>
            </a:pPr>
            <a:r>
              <a:rPr lang="en-US" sz="4500" b="1" dirty="0"/>
              <a:t>Quiz &amp; Exam</a:t>
            </a:r>
            <a:endParaRPr lang="en-US" sz="4500" dirty="0"/>
          </a:p>
          <a:p>
            <a:r>
              <a:rPr lang="en-US" sz="4500" dirty="0"/>
              <a:t>For both terms, there will be </a:t>
            </a:r>
            <a:r>
              <a:rPr lang="en-US" sz="4500" b="1" dirty="0"/>
              <a:t>2</a:t>
            </a:r>
            <a:r>
              <a:rPr lang="en-US" sz="4500" dirty="0"/>
              <a:t> quizzes, best one quiz will be counted for grading. There will be Lab exam in addition to Lab Performances based on Lab Task / Assignment given by the course teacher. The details will be provided during Labs. During the quiz and exam, if you practice any unfair means, I will give you </a:t>
            </a:r>
            <a:r>
              <a:rPr lang="en-US" sz="4500" b="1" dirty="0"/>
              <a:t>UW</a:t>
            </a:r>
            <a:r>
              <a:rPr lang="en-US" sz="4500" dirty="0"/>
              <a:t> for the rest of the semester.  </a:t>
            </a:r>
          </a:p>
          <a:p>
            <a:pPr marL="0" indent="0">
              <a:buNone/>
            </a:pPr>
            <a:r>
              <a:rPr lang="en-US" sz="4500" b="1" dirty="0"/>
              <a:t> </a:t>
            </a:r>
            <a:endParaRPr lang="en-US" sz="4500" dirty="0"/>
          </a:p>
          <a:p>
            <a:pPr marL="0" indent="0" algn="ctr">
              <a:buNone/>
            </a:pPr>
            <a:r>
              <a:rPr lang="en-US" sz="6000" b="1" dirty="0">
                <a:solidFill>
                  <a:srgbClr val="FF0000"/>
                </a:solidFill>
              </a:rPr>
              <a:t>No Make-up Quiz will be taken!!!</a:t>
            </a:r>
            <a:endParaRPr lang="en-US" sz="6000" dirty="0">
              <a:solidFill>
                <a:srgbClr val="FF0000"/>
              </a:solidFill>
            </a:endParaRPr>
          </a:p>
          <a:p>
            <a:pPr marL="0" indent="0">
              <a:buNone/>
            </a:pPr>
            <a:r>
              <a:rPr lang="en-US" sz="4500" dirty="0"/>
              <a:t> </a:t>
            </a:r>
          </a:p>
          <a:p>
            <a:pPr marL="0" lvl="0" indent="0">
              <a:buNone/>
            </a:pPr>
            <a:r>
              <a:rPr lang="en-US" sz="4500" b="1" dirty="0"/>
              <a:t>Poor grades in Midterm Exam:</a:t>
            </a:r>
            <a:endParaRPr lang="en-US" sz="4500" dirty="0"/>
          </a:p>
          <a:p>
            <a:r>
              <a:rPr lang="en-US" sz="4500" dirty="0"/>
              <a:t>Students with “</a:t>
            </a:r>
            <a:r>
              <a:rPr lang="en-US" sz="4500" b="1" dirty="0"/>
              <a:t>F</a:t>
            </a:r>
            <a:r>
              <a:rPr lang="en-US" sz="4500" dirty="0"/>
              <a:t>” or “</a:t>
            </a:r>
            <a:r>
              <a:rPr lang="en-US" sz="4500" b="1" dirty="0"/>
              <a:t>I</a:t>
            </a:r>
            <a:r>
              <a:rPr lang="en-US" sz="4500" dirty="0"/>
              <a:t>” in the midterm, must drop (as per policy) the course right after the mid-term exam (within a week). If you wish to continue with “</a:t>
            </a:r>
            <a:r>
              <a:rPr lang="en-US" sz="4500" b="1" dirty="0"/>
              <a:t>F</a:t>
            </a:r>
            <a:r>
              <a:rPr lang="en-US" sz="4500" dirty="0"/>
              <a:t>” at your own risk and if you receive “</a:t>
            </a:r>
            <a:r>
              <a:rPr lang="en-US" sz="4500" b="1" dirty="0"/>
              <a:t>F</a:t>
            </a:r>
            <a:r>
              <a:rPr lang="en-US" sz="4500" dirty="0"/>
              <a:t>” in the final, you won’t be allowed to drop the course. You must drop the theory and Lab both. </a:t>
            </a:r>
            <a:r>
              <a:rPr lang="en-US" sz="4500" b="1" dirty="0"/>
              <a:t>There is no provision for any bonus marking. If such requests are made, penalty will be applied.</a:t>
            </a:r>
            <a:r>
              <a:rPr lang="en-US" sz="4500" dirty="0"/>
              <a:t> </a:t>
            </a:r>
          </a:p>
          <a:p>
            <a:pPr>
              <a:lnSpc>
                <a:spcPct val="80000"/>
              </a:lnSpc>
              <a:spcBef>
                <a:spcPts val="1000"/>
              </a:spcBef>
            </a:pPr>
            <a:endParaRPr lang="en-US" altLang="ja-JP" dirty="0"/>
          </a:p>
        </p:txBody>
      </p:sp>
    </p:spTree>
    <p:extLst>
      <p:ext uri="{BB962C8B-B14F-4D97-AF65-F5344CB8AC3E}">
        <p14:creationId xmlns:p14="http://schemas.microsoft.com/office/powerpoint/2010/main" val="26286955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86D27-68F1-47B9-A6E0-2CEAFAEB2F41}"/>
              </a:ext>
            </a:extLst>
          </p:cNvPr>
          <p:cNvSpPr>
            <a:spLocks noGrp="1"/>
          </p:cNvSpPr>
          <p:nvPr>
            <p:ph type="title"/>
          </p:nvPr>
        </p:nvSpPr>
        <p:spPr>
          <a:xfrm>
            <a:off x="572135" y="1684526"/>
            <a:ext cx="3833906" cy="2278772"/>
          </a:xfrm>
        </p:spPr>
        <p:txBody>
          <a:bodyPr/>
          <a:lstStyle/>
          <a:p>
            <a:pPr algn="ctr"/>
            <a:r>
              <a:rPr lang="en-US" dirty="0"/>
              <a:t>Evaluation</a:t>
            </a:r>
            <a:br>
              <a:rPr lang="en-US" dirty="0"/>
            </a:br>
            <a:r>
              <a:rPr lang="en-US" dirty="0"/>
              <a:t>(3 </a:t>
            </a:r>
            <a:r>
              <a:rPr lang="en-US" dirty="0" err="1"/>
              <a:t>cr</a:t>
            </a:r>
            <a:r>
              <a:rPr lang="en-US" dirty="0"/>
              <a:t> Theory)</a:t>
            </a:r>
          </a:p>
        </p:txBody>
      </p:sp>
      <p:graphicFrame>
        <p:nvGraphicFramePr>
          <p:cNvPr id="5" name="Content Placeholder 4">
            <a:extLst>
              <a:ext uri="{FF2B5EF4-FFF2-40B4-BE49-F238E27FC236}">
                <a16:creationId xmlns:a16="http://schemas.microsoft.com/office/drawing/2014/main" id="{EA04946D-8B86-4623-9B06-4566CCDD0CFE}"/>
              </a:ext>
            </a:extLst>
          </p:cNvPr>
          <p:cNvGraphicFramePr>
            <a:graphicFrameLocks noGrp="1"/>
          </p:cNvGraphicFramePr>
          <p:nvPr>
            <p:ph idx="1"/>
            <p:extLst>
              <p:ext uri="{D42A27DB-BD31-4B8C-83A1-F6EECF244321}">
                <p14:modId xmlns:p14="http://schemas.microsoft.com/office/powerpoint/2010/main" val="496957196"/>
              </p:ext>
            </p:extLst>
          </p:nvPr>
        </p:nvGraphicFramePr>
        <p:xfrm>
          <a:off x="5410200" y="1447482"/>
          <a:ext cx="6583680" cy="3581721"/>
        </p:xfrm>
        <a:graphic>
          <a:graphicData uri="http://schemas.openxmlformats.org/drawingml/2006/table">
            <a:tbl>
              <a:tblPr firstRow="1" firstCol="1" bandRow="1">
                <a:tableStyleId>{37CE84F3-28C3-443E-9E96-99CF82512B78}</a:tableStyleId>
              </a:tblPr>
              <a:tblGrid>
                <a:gridCol w="1478280">
                  <a:extLst>
                    <a:ext uri="{9D8B030D-6E8A-4147-A177-3AD203B41FA5}">
                      <a16:colId xmlns:a16="http://schemas.microsoft.com/office/drawing/2014/main" val="3596616243"/>
                    </a:ext>
                  </a:extLst>
                </a:gridCol>
                <a:gridCol w="2209326">
                  <a:extLst>
                    <a:ext uri="{9D8B030D-6E8A-4147-A177-3AD203B41FA5}">
                      <a16:colId xmlns:a16="http://schemas.microsoft.com/office/drawing/2014/main" val="561596966"/>
                    </a:ext>
                  </a:extLst>
                </a:gridCol>
                <a:gridCol w="1204434">
                  <a:extLst>
                    <a:ext uri="{9D8B030D-6E8A-4147-A177-3AD203B41FA5}">
                      <a16:colId xmlns:a16="http://schemas.microsoft.com/office/drawing/2014/main" val="198933637"/>
                    </a:ext>
                  </a:extLst>
                </a:gridCol>
                <a:gridCol w="1691640">
                  <a:extLst>
                    <a:ext uri="{9D8B030D-6E8A-4147-A177-3AD203B41FA5}">
                      <a16:colId xmlns:a16="http://schemas.microsoft.com/office/drawing/2014/main" val="53328048"/>
                    </a:ext>
                  </a:extLst>
                </a:gridCol>
              </a:tblGrid>
              <a:tr h="325611">
                <a:tc rowSpan="5">
                  <a:txBody>
                    <a:bodyPr/>
                    <a:lstStyle/>
                    <a:p>
                      <a:pPr marL="0" marR="0" algn="ctr">
                        <a:spcBef>
                          <a:spcPts val="0"/>
                        </a:spcBef>
                        <a:spcAft>
                          <a:spcPts val="0"/>
                        </a:spcAft>
                      </a:pPr>
                      <a:r>
                        <a:rPr lang="en-US" sz="2000" dirty="0">
                          <a:effectLst/>
                        </a:rPr>
                        <a:t>Mid</a:t>
                      </a:r>
                      <a:endParaRPr lang="en-US" sz="2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2000">
                          <a:effectLst/>
                        </a:rPr>
                        <a:t>Theory    </a:t>
                      </a:r>
                      <a:endParaRPr lang="en-US" sz="20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2000">
                          <a:effectLst/>
                        </a:rPr>
                        <a:t>(3 credit)</a:t>
                      </a:r>
                      <a:endParaRPr lang="en-US" sz="20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2000">
                          <a:effectLst/>
                        </a:rPr>
                        <a:t>Contribution</a:t>
                      </a:r>
                      <a:endParaRPr lang="en-US" sz="20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761738931"/>
                  </a:ext>
                </a:extLst>
              </a:tr>
              <a:tr h="325611">
                <a:tc vMerge="1">
                  <a:txBody>
                    <a:bodyPr/>
                    <a:lstStyle/>
                    <a:p>
                      <a:endParaRPr lang="en-US"/>
                    </a:p>
                  </a:txBody>
                  <a:tcPr/>
                </a:tc>
                <a:tc>
                  <a:txBody>
                    <a:bodyPr/>
                    <a:lstStyle/>
                    <a:p>
                      <a:pPr marL="0" marR="0">
                        <a:spcBef>
                          <a:spcPts val="0"/>
                        </a:spcBef>
                        <a:spcAft>
                          <a:spcPts val="0"/>
                        </a:spcAft>
                      </a:pPr>
                      <a:r>
                        <a:rPr lang="en-US" sz="2000" dirty="0">
                          <a:effectLst/>
                        </a:rPr>
                        <a:t>Attendance:</a:t>
                      </a:r>
                      <a:endParaRPr lang="en-US" sz="2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2000">
                          <a:effectLst/>
                        </a:rPr>
                        <a:t>10%</a:t>
                      </a:r>
                      <a:endParaRPr lang="en-US" sz="2000">
                        <a:effectLst/>
                        <a:latin typeface="Times New Roman" panose="02020603050405020304" pitchFamily="18" charset="0"/>
                        <a:ea typeface="Times New Roman" panose="02020603050405020304" pitchFamily="18" charset="0"/>
                      </a:endParaRPr>
                    </a:p>
                  </a:txBody>
                  <a:tcPr marL="68580" marR="68580" marT="0" marB="0"/>
                </a:tc>
                <a:tc rowSpan="4">
                  <a:txBody>
                    <a:bodyPr/>
                    <a:lstStyle/>
                    <a:p>
                      <a:pPr marL="0" marR="0" algn="ctr">
                        <a:spcBef>
                          <a:spcPts val="0"/>
                        </a:spcBef>
                        <a:spcAft>
                          <a:spcPts val="0"/>
                        </a:spcAft>
                      </a:pPr>
                      <a:r>
                        <a:rPr lang="en-US" sz="2000" dirty="0">
                          <a:effectLst/>
                        </a:rPr>
                        <a:t>40 %</a:t>
                      </a:r>
                      <a:endParaRPr lang="en-US" sz="20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461392777"/>
                  </a:ext>
                </a:extLst>
              </a:tr>
              <a:tr h="325611">
                <a:tc vMerge="1">
                  <a:txBody>
                    <a:bodyPr/>
                    <a:lstStyle/>
                    <a:p>
                      <a:endParaRPr lang="en-US"/>
                    </a:p>
                  </a:txBody>
                  <a:tcPr/>
                </a:tc>
                <a:tc>
                  <a:txBody>
                    <a:bodyPr/>
                    <a:lstStyle/>
                    <a:p>
                      <a:pPr marL="0" marR="0">
                        <a:spcBef>
                          <a:spcPts val="0"/>
                        </a:spcBef>
                        <a:spcAft>
                          <a:spcPts val="0"/>
                        </a:spcAft>
                      </a:pPr>
                      <a:r>
                        <a:rPr lang="en-US" sz="2000" dirty="0">
                          <a:effectLst/>
                        </a:rPr>
                        <a:t>Performance:</a:t>
                      </a:r>
                      <a:endParaRPr lang="en-US" sz="2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2000">
                          <a:effectLst/>
                        </a:rPr>
                        <a:t>10%</a:t>
                      </a:r>
                      <a:endParaRPr lang="en-US" sz="2000">
                        <a:effectLst/>
                        <a:latin typeface="Times New Roman" panose="02020603050405020304" pitchFamily="18" charset="0"/>
                        <a:ea typeface="Times New Roman" panose="02020603050405020304" pitchFamily="18" charset="0"/>
                      </a:endParaRPr>
                    </a:p>
                  </a:txBody>
                  <a:tcPr marL="68580" marR="68580" marT="0" marB="0"/>
                </a:tc>
                <a:tc vMerge="1">
                  <a:txBody>
                    <a:bodyPr/>
                    <a:lstStyle/>
                    <a:p>
                      <a:endParaRPr lang="en-US"/>
                    </a:p>
                  </a:txBody>
                  <a:tcPr/>
                </a:tc>
                <a:extLst>
                  <a:ext uri="{0D108BD9-81ED-4DB2-BD59-A6C34878D82A}">
                    <a16:rowId xmlns:a16="http://schemas.microsoft.com/office/drawing/2014/main" val="2398695154"/>
                  </a:ext>
                </a:extLst>
              </a:tr>
              <a:tr h="325611">
                <a:tc vMerge="1">
                  <a:txBody>
                    <a:bodyPr/>
                    <a:lstStyle/>
                    <a:p>
                      <a:endParaRPr lang="en-US"/>
                    </a:p>
                  </a:txBody>
                  <a:tcPr/>
                </a:tc>
                <a:tc>
                  <a:txBody>
                    <a:bodyPr/>
                    <a:lstStyle/>
                    <a:p>
                      <a:pPr marL="0" marR="0">
                        <a:spcBef>
                          <a:spcPts val="0"/>
                        </a:spcBef>
                        <a:spcAft>
                          <a:spcPts val="0"/>
                        </a:spcAft>
                      </a:pPr>
                      <a:r>
                        <a:rPr lang="en-US" sz="2000" dirty="0">
                          <a:effectLst/>
                        </a:rPr>
                        <a:t>Quiz:</a:t>
                      </a:r>
                      <a:endParaRPr lang="en-US" sz="2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2000">
                          <a:effectLst/>
                        </a:rPr>
                        <a:t>30%</a:t>
                      </a:r>
                      <a:endParaRPr lang="en-US" sz="2000">
                        <a:effectLst/>
                        <a:latin typeface="Times New Roman" panose="02020603050405020304" pitchFamily="18" charset="0"/>
                        <a:ea typeface="Times New Roman" panose="02020603050405020304" pitchFamily="18" charset="0"/>
                      </a:endParaRPr>
                    </a:p>
                  </a:txBody>
                  <a:tcPr marL="68580" marR="68580" marT="0" marB="0"/>
                </a:tc>
                <a:tc vMerge="1">
                  <a:txBody>
                    <a:bodyPr/>
                    <a:lstStyle/>
                    <a:p>
                      <a:endParaRPr lang="en-US"/>
                    </a:p>
                  </a:txBody>
                  <a:tcPr/>
                </a:tc>
                <a:extLst>
                  <a:ext uri="{0D108BD9-81ED-4DB2-BD59-A6C34878D82A}">
                    <a16:rowId xmlns:a16="http://schemas.microsoft.com/office/drawing/2014/main" val="1556015652"/>
                  </a:ext>
                </a:extLst>
              </a:tr>
              <a:tr h="325611">
                <a:tc vMerge="1">
                  <a:txBody>
                    <a:bodyPr/>
                    <a:lstStyle/>
                    <a:p>
                      <a:endParaRPr lang="en-US"/>
                    </a:p>
                  </a:txBody>
                  <a:tcPr/>
                </a:tc>
                <a:tc>
                  <a:txBody>
                    <a:bodyPr/>
                    <a:lstStyle/>
                    <a:p>
                      <a:pPr marL="0" marR="0">
                        <a:spcBef>
                          <a:spcPts val="0"/>
                        </a:spcBef>
                        <a:spcAft>
                          <a:spcPts val="0"/>
                        </a:spcAft>
                      </a:pPr>
                      <a:r>
                        <a:rPr lang="en-US" sz="2000" dirty="0">
                          <a:effectLst/>
                        </a:rPr>
                        <a:t>Mid-term Exam:                                       </a:t>
                      </a:r>
                      <a:endParaRPr lang="en-US" sz="2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2000" dirty="0">
                          <a:effectLst/>
                        </a:rPr>
                        <a:t>50%</a:t>
                      </a:r>
                      <a:endParaRPr lang="en-US" sz="2000" dirty="0">
                        <a:effectLst/>
                        <a:latin typeface="Times New Roman" panose="02020603050405020304" pitchFamily="18" charset="0"/>
                        <a:ea typeface="Times New Roman" panose="02020603050405020304" pitchFamily="18" charset="0"/>
                      </a:endParaRPr>
                    </a:p>
                  </a:txBody>
                  <a:tcPr marL="68580" marR="68580" marT="0" marB="0"/>
                </a:tc>
                <a:tc vMerge="1">
                  <a:txBody>
                    <a:bodyPr/>
                    <a:lstStyle/>
                    <a:p>
                      <a:endParaRPr lang="en-US"/>
                    </a:p>
                  </a:txBody>
                  <a:tcPr/>
                </a:tc>
                <a:extLst>
                  <a:ext uri="{0D108BD9-81ED-4DB2-BD59-A6C34878D82A}">
                    <a16:rowId xmlns:a16="http://schemas.microsoft.com/office/drawing/2014/main" val="4270080458"/>
                  </a:ext>
                </a:extLst>
              </a:tr>
              <a:tr h="325611">
                <a:tc>
                  <a:txBody>
                    <a:bodyPr/>
                    <a:lstStyle/>
                    <a:p>
                      <a:pPr marL="0" marR="0">
                        <a:spcBef>
                          <a:spcPts val="0"/>
                        </a:spcBef>
                        <a:spcAft>
                          <a:spcPts val="0"/>
                        </a:spcAft>
                      </a:pPr>
                      <a:r>
                        <a:rPr lang="en-US" sz="2000">
                          <a:effectLst/>
                        </a:rPr>
                        <a:t> </a:t>
                      </a:r>
                      <a:endParaRPr lang="en-US" sz="20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2000">
                          <a:effectLst/>
                        </a:rPr>
                        <a:t> </a:t>
                      </a:r>
                      <a:endParaRPr lang="en-US" sz="20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2000" dirty="0">
                          <a:effectLst/>
                        </a:rPr>
                        <a:t> </a:t>
                      </a:r>
                      <a:endParaRPr lang="en-US" sz="20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2000">
                          <a:effectLst/>
                        </a:rPr>
                        <a:t> </a:t>
                      </a:r>
                      <a:endParaRPr lang="en-US" sz="20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879656899"/>
                  </a:ext>
                </a:extLst>
              </a:tr>
              <a:tr h="325611">
                <a:tc rowSpan="4">
                  <a:txBody>
                    <a:bodyPr/>
                    <a:lstStyle/>
                    <a:p>
                      <a:pPr marL="0" marR="0" algn="ctr">
                        <a:spcBef>
                          <a:spcPts val="0"/>
                        </a:spcBef>
                        <a:spcAft>
                          <a:spcPts val="0"/>
                        </a:spcAft>
                      </a:pPr>
                      <a:r>
                        <a:rPr lang="en-US" sz="2000">
                          <a:effectLst/>
                        </a:rPr>
                        <a:t>Final</a:t>
                      </a:r>
                      <a:endParaRPr lang="en-US" sz="20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2000">
                          <a:effectLst/>
                        </a:rPr>
                        <a:t>Attendance:                                    </a:t>
                      </a:r>
                      <a:endParaRPr lang="en-US" sz="20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2000" dirty="0">
                          <a:effectLst/>
                        </a:rPr>
                        <a:t>10%</a:t>
                      </a:r>
                      <a:endParaRPr lang="en-US" sz="2000" dirty="0">
                        <a:effectLst/>
                        <a:latin typeface="Times New Roman" panose="02020603050405020304" pitchFamily="18" charset="0"/>
                        <a:ea typeface="Times New Roman" panose="02020603050405020304" pitchFamily="18" charset="0"/>
                      </a:endParaRPr>
                    </a:p>
                  </a:txBody>
                  <a:tcPr marL="68580" marR="68580" marT="0" marB="0"/>
                </a:tc>
                <a:tc rowSpan="4">
                  <a:txBody>
                    <a:bodyPr/>
                    <a:lstStyle/>
                    <a:p>
                      <a:pPr marL="0" marR="0" algn="ctr">
                        <a:spcBef>
                          <a:spcPts val="0"/>
                        </a:spcBef>
                        <a:spcAft>
                          <a:spcPts val="0"/>
                        </a:spcAft>
                      </a:pPr>
                      <a:r>
                        <a:rPr lang="en-US" sz="2000" dirty="0">
                          <a:effectLst/>
                        </a:rPr>
                        <a:t>60%</a:t>
                      </a:r>
                      <a:endParaRPr lang="en-US" sz="20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048829159"/>
                  </a:ext>
                </a:extLst>
              </a:tr>
              <a:tr h="325611">
                <a:tc vMerge="1">
                  <a:txBody>
                    <a:bodyPr/>
                    <a:lstStyle/>
                    <a:p>
                      <a:endParaRPr lang="en-US"/>
                    </a:p>
                  </a:txBody>
                  <a:tcPr/>
                </a:tc>
                <a:tc>
                  <a:txBody>
                    <a:bodyPr/>
                    <a:lstStyle/>
                    <a:p>
                      <a:pPr marL="0" marR="0">
                        <a:spcBef>
                          <a:spcPts val="0"/>
                        </a:spcBef>
                        <a:spcAft>
                          <a:spcPts val="0"/>
                        </a:spcAft>
                      </a:pPr>
                      <a:r>
                        <a:rPr lang="en-US" sz="2000">
                          <a:effectLst/>
                        </a:rPr>
                        <a:t>Performance:                       </a:t>
                      </a:r>
                      <a:endParaRPr lang="en-US" sz="20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2000" dirty="0">
                          <a:effectLst/>
                        </a:rPr>
                        <a:t>10%</a:t>
                      </a:r>
                      <a:endParaRPr lang="en-US" sz="2000" dirty="0">
                        <a:effectLst/>
                        <a:latin typeface="Times New Roman" panose="02020603050405020304" pitchFamily="18" charset="0"/>
                        <a:ea typeface="Times New Roman" panose="02020603050405020304" pitchFamily="18" charset="0"/>
                      </a:endParaRPr>
                    </a:p>
                  </a:txBody>
                  <a:tcPr marL="68580" marR="68580" marT="0" marB="0"/>
                </a:tc>
                <a:tc vMerge="1">
                  <a:txBody>
                    <a:bodyPr/>
                    <a:lstStyle/>
                    <a:p>
                      <a:endParaRPr lang="en-US"/>
                    </a:p>
                  </a:txBody>
                  <a:tcPr/>
                </a:tc>
                <a:extLst>
                  <a:ext uri="{0D108BD9-81ED-4DB2-BD59-A6C34878D82A}">
                    <a16:rowId xmlns:a16="http://schemas.microsoft.com/office/drawing/2014/main" val="3221183128"/>
                  </a:ext>
                </a:extLst>
              </a:tr>
              <a:tr h="325611">
                <a:tc vMerge="1">
                  <a:txBody>
                    <a:bodyPr/>
                    <a:lstStyle/>
                    <a:p>
                      <a:endParaRPr lang="en-US"/>
                    </a:p>
                  </a:txBody>
                  <a:tcPr/>
                </a:tc>
                <a:tc>
                  <a:txBody>
                    <a:bodyPr/>
                    <a:lstStyle/>
                    <a:p>
                      <a:pPr marL="0" marR="0">
                        <a:spcBef>
                          <a:spcPts val="0"/>
                        </a:spcBef>
                        <a:spcAft>
                          <a:spcPts val="0"/>
                        </a:spcAft>
                      </a:pPr>
                      <a:r>
                        <a:rPr lang="en-US" sz="2000">
                          <a:effectLst/>
                        </a:rPr>
                        <a:t>Quiz:</a:t>
                      </a:r>
                      <a:endParaRPr lang="en-US" sz="20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2000" dirty="0">
                          <a:effectLst/>
                        </a:rPr>
                        <a:t>30%</a:t>
                      </a:r>
                      <a:endParaRPr lang="en-US" sz="2000" dirty="0">
                        <a:effectLst/>
                        <a:latin typeface="Times New Roman" panose="02020603050405020304" pitchFamily="18" charset="0"/>
                        <a:ea typeface="Times New Roman" panose="02020603050405020304" pitchFamily="18" charset="0"/>
                      </a:endParaRPr>
                    </a:p>
                  </a:txBody>
                  <a:tcPr marL="68580" marR="68580" marT="0" marB="0"/>
                </a:tc>
                <a:tc vMerge="1">
                  <a:txBody>
                    <a:bodyPr/>
                    <a:lstStyle/>
                    <a:p>
                      <a:endParaRPr lang="en-US"/>
                    </a:p>
                  </a:txBody>
                  <a:tcPr/>
                </a:tc>
                <a:extLst>
                  <a:ext uri="{0D108BD9-81ED-4DB2-BD59-A6C34878D82A}">
                    <a16:rowId xmlns:a16="http://schemas.microsoft.com/office/drawing/2014/main" val="964290029"/>
                  </a:ext>
                </a:extLst>
              </a:tr>
              <a:tr h="325611">
                <a:tc vMerge="1">
                  <a:txBody>
                    <a:bodyPr/>
                    <a:lstStyle/>
                    <a:p>
                      <a:endParaRPr lang="en-US"/>
                    </a:p>
                  </a:txBody>
                  <a:tcPr/>
                </a:tc>
                <a:tc>
                  <a:txBody>
                    <a:bodyPr/>
                    <a:lstStyle/>
                    <a:p>
                      <a:pPr marL="0" marR="0">
                        <a:spcBef>
                          <a:spcPts val="0"/>
                        </a:spcBef>
                        <a:spcAft>
                          <a:spcPts val="0"/>
                        </a:spcAft>
                      </a:pPr>
                      <a:r>
                        <a:rPr lang="en-US" sz="2000">
                          <a:effectLst/>
                        </a:rPr>
                        <a:t>Final Exam:                                       </a:t>
                      </a:r>
                      <a:endParaRPr lang="en-US" sz="20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2000" dirty="0">
                          <a:effectLst/>
                        </a:rPr>
                        <a:t>50%</a:t>
                      </a:r>
                      <a:endParaRPr lang="en-US" sz="2000" dirty="0">
                        <a:effectLst/>
                        <a:latin typeface="Times New Roman" panose="02020603050405020304" pitchFamily="18" charset="0"/>
                        <a:ea typeface="Times New Roman" panose="02020603050405020304" pitchFamily="18" charset="0"/>
                      </a:endParaRPr>
                    </a:p>
                  </a:txBody>
                  <a:tcPr marL="68580" marR="68580" marT="0" marB="0"/>
                </a:tc>
                <a:tc vMerge="1">
                  <a:txBody>
                    <a:bodyPr/>
                    <a:lstStyle/>
                    <a:p>
                      <a:endParaRPr lang="en-US"/>
                    </a:p>
                  </a:txBody>
                  <a:tcPr/>
                </a:tc>
                <a:extLst>
                  <a:ext uri="{0D108BD9-81ED-4DB2-BD59-A6C34878D82A}">
                    <a16:rowId xmlns:a16="http://schemas.microsoft.com/office/drawing/2014/main" val="1397563904"/>
                  </a:ext>
                </a:extLst>
              </a:tr>
              <a:tr h="325611">
                <a:tc>
                  <a:txBody>
                    <a:bodyPr/>
                    <a:lstStyle/>
                    <a:p>
                      <a:pPr marL="0" marR="0">
                        <a:spcBef>
                          <a:spcPts val="0"/>
                        </a:spcBef>
                        <a:spcAft>
                          <a:spcPts val="0"/>
                        </a:spcAft>
                      </a:pPr>
                      <a:r>
                        <a:rPr lang="en-US" sz="2000">
                          <a:effectLst/>
                        </a:rPr>
                        <a:t> </a:t>
                      </a:r>
                      <a:endParaRPr lang="en-US" sz="20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2000">
                          <a:effectLst/>
                        </a:rPr>
                        <a:t>Total:</a:t>
                      </a:r>
                      <a:endParaRPr lang="en-US" sz="20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2000">
                          <a:effectLst/>
                        </a:rPr>
                        <a:t> </a:t>
                      </a:r>
                      <a:endParaRPr lang="en-US" sz="20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000" dirty="0">
                          <a:effectLst/>
                        </a:rPr>
                        <a:t>100%</a:t>
                      </a:r>
                      <a:endParaRPr lang="en-US" sz="20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58061667"/>
                  </a:ext>
                </a:extLst>
              </a:tr>
            </a:tbl>
          </a:graphicData>
        </a:graphic>
      </p:graphicFrame>
    </p:spTree>
    <p:extLst>
      <p:ext uri="{BB962C8B-B14F-4D97-AF65-F5344CB8AC3E}">
        <p14:creationId xmlns:p14="http://schemas.microsoft.com/office/powerpoint/2010/main" val="20686164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86D27-68F1-47B9-A6E0-2CEAFAEB2F41}"/>
              </a:ext>
            </a:extLst>
          </p:cNvPr>
          <p:cNvSpPr>
            <a:spLocks noGrp="1"/>
          </p:cNvSpPr>
          <p:nvPr>
            <p:ph type="title"/>
          </p:nvPr>
        </p:nvSpPr>
        <p:spPr>
          <a:xfrm>
            <a:off x="572135" y="1684526"/>
            <a:ext cx="3833906" cy="2278772"/>
          </a:xfrm>
        </p:spPr>
        <p:txBody>
          <a:bodyPr/>
          <a:lstStyle/>
          <a:p>
            <a:pPr algn="ctr"/>
            <a:r>
              <a:rPr lang="en-US" dirty="0"/>
              <a:t>Evaluation</a:t>
            </a:r>
            <a:br>
              <a:rPr lang="en-US" dirty="0"/>
            </a:br>
            <a:r>
              <a:rPr lang="en-US" dirty="0"/>
              <a:t>(1 </a:t>
            </a:r>
            <a:r>
              <a:rPr lang="en-US" dirty="0" err="1"/>
              <a:t>cr</a:t>
            </a:r>
            <a:r>
              <a:rPr lang="en-US" dirty="0"/>
              <a:t> Lab)</a:t>
            </a:r>
          </a:p>
        </p:txBody>
      </p:sp>
      <p:graphicFrame>
        <p:nvGraphicFramePr>
          <p:cNvPr id="4" name="Content Placeholder 3">
            <a:extLst>
              <a:ext uri="{FF2B5EF4-FFF2-40B4-BE49-F238E27FC236}">
                <a16:creationId xmlns:a16="http://schemas.microsoft.com/office/drawing/2014/main" id="{E10505E8-B4DE-498C-8DBB-49C2B4E6CFC3}"/>
              </a:ext>
            </a:extLst>
          </p:cNvPr>
          <p:cNvGraphicFramePr>
            <a:graphicFrameLocks noGrp="1"/>
          </p:cNvGraphicFramePr>
          <p:nvPr>
            <p:ph idx="1"/>
            <p:extLst>
              <p:ext uri="{D42A27DB-BD31-4B8C-83A1-F6EECF244321}">
                <p14:modId xmlns:p14="http://schemas.microsoft.com/office/powerpoint/2010/main" val="3077372734"/>
              </p:ext>
            </p:extLst>
          </p:nvPr>
        </p:nvGraphicFramePr>
        <p:xfrm>
          <a:off x="5619114" y="1234440"/>
          <a:ext cx="6146165" cy="3566160"/>
        </p:xfrm>
        <a:graphic>
          <a:graphicData uri="http://schemas.openxmlformats.org/drawingml/2006/table">
            <a:tbl>
              <a:tblPr firstRow="1" firstCol="1" bandRow="1">
                <a:tableStyleId>{37CE84F3-28C3-443E-9E96-99CF82512B78}</a:tableStyleId>
              </a:tblPr>
              <a:tblGrid>
                <a:gridCol w="1331344">
                  <a:extLst>
                    <a:ext uri="{9D8B030D-6E8A-4147-A177-3AD203B41FA5}">
                      <a16:colId xmlns:a16="http://schemas.microsoft.com/office/drawing/2014/main" val="3287828558"/>
                    </a:ext>
                  </a:extLst>
                </a:gridCol>
                <a:gridCol w="2239285">
                  <a:extLst>
                    <a:ext uri="{9D8B030D-6E8A-4147-A177-3AD203B41FA5}">
                      <a16:colId xmlns:a16="http://schemas.microsoft.com/office/drawing/2014/main" val="416532108"/>
                    </a:ext>
                  </a:extLst>
                </a:gridCol>
                <a:gridCol w="1740854">
                  <a:extLst>
                    <a:ext uri="{9D8B030D-6E8A-4147-A177-3AD203B41FA5}">
                      <a16:colId xmlns:a16="http://schemas.microsoft.com/office/drawing/2014/main" val="4214840617"/>
                    </a:ext>
                  </a:extLst>
                </a:gridCol>
                <a:gridCol w="834682">
                  <a:extLst>
                    <a:ext uri="{9D8B030D-6E8A-4147-A177-3AD203B41FA5}">
                      <a16:colId xmlns:a16="http://schemas.microsoft.com/office/drawing/2014/main" val="3997809837"/>
                    </a:ext>
                  </a:extLst>
                </a:gridCol>
              </a:tblGrid>
              <a:tr h="0">
                <a:tc rowSpan="4">
                  <a:txBody>
                    <a:bodyPr/>
                    <a:lstStyle/>
                    <a:p>
                      <a:pPr marL="0" marR="0" algn="ctr">
                        <a:spcBef>
                          <a:spcPts val="0"/>
                        </a:spcBef>
                        <a:spcAft>
                          <a:spcPts val="0"/>
                        </a:spcAft>
                      </a:pPr>
                      <a:r>
                        <a:rPr lang="en-US" sz="1800" dirty="0">
                          <a:effectLst/>
                        </a:rPr>
                        <a:t>Mid</a:t>
                      </a:r>
                      <a:endParaRPr lang="en-US" sz="18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800">
                          <a:effectLst/>
                        </a:rPr>
                        <a:t>Lab    </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800">
                          <a:effectLst/>
                        </a:rPr>
                        <a:t>(1 credit)</a:t>
                      </a:r>
                      <a:endParaRPr lang="en-US" sz="1800">
                        <a:effectLst/>
                        <a:latin typeface="Times New Roman" panose="02020603050405020304" pitchFamily="18" charset="0"/>
                        <a:ea typeface="Times New Roman" panose="02020603050405020304" pitchFamily="18" charset="0"/>
                      </a:endParaRPr>
                    </a:p>
                  </a:txBody>
                  <a:tcPr marL="68580" marR="68580" marT="0" marB="0"/>
                </a:tc>
                <a:tc rowSpan="4">
                  <a:txBody>
                    <a:bodyPr/>
                    <a:lstStyle/>
                    <a:p>
                      <a:pPr marL="0" marR="0">
                        <a:spcBef>
                          <a:spcPts val="0"/>
                        </a:spcBef>
                        <a:spcAft>
                          <a:spcPts val="0"/>
                        </a:spcAft>
                      </a:pPr>
                      <a:endParaRPr lang="en-US" sz="1800" dirty="0">
                        <a:effectLst/>
                      </a:endParaRPr>
                    </a:p>
                    <a:p>
                      <a:pPr marL="0" marR="0">
                        <a:spcBef>
                          <a:spcPts val="0"/>
                        </a:spcBef>
                        <a:spcAft>
                          <a:spcPts val="0"/>
                        </a:spcAft>
                      </a:pPr>
                      <a:endParaRPr lang="en-US" sz="1800" dirty="0">
                        <a:effectLst/>
                      </a:endParaRPr>
                    </a:p>
                    <a:p>
                      <a:pPr marL="0" marR="0">
                        <a:spcBef>
                          <a:spcPts val="0"/>
                        </a:spcBef>
                        <a:spcAft>
                          <a:spcPts val="0"/>
                        </a:spcAft>
                      </a:pPr>
                      <a:r>
                        <a:rPr lang="en-US" sz="1800" dirty="0">
                          <a:effectLst/>
                        </a:rPr>
                        <a:t>40 %</a:t>
                      </a:r>
                      <a:endParaRPr lang="en-US" sz="18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426908987"/>
                  </a:ext>
                </a:extLst>
              </a:tr>
              <a:tr h="0">
                <a:tc vMerge="1">
                  <a:txBody>
                    <a:bodyPr/>
                    <a:lstStyle/>
                    <a:p>
                      <a:endParaRPr lang="en-US"/>
                    </a:p>
                  </a:txBody>
                  <a:tcPr/>
                </a:tc>
                <a:tc>
                  <a:txBody>
                    <a:bodyPr/>
                    <a:lstStyle/>
                    <a:p>
                      <a:pPr marL="0" marR="0">
                        <a:spcBef>
                          <a:spcPts val="0"/>
                        </a:spcBef>
                        <a:spcAft>
                          <a:spcPts val="0"/>
                        </a:spcAft>
                      </a:pPr>
                      <a:r>
                        <a:rPr lang="en-US" sz="1800" dirty="0">
                          <a:effectLst/>
                        </a:rPr>
                        <a:t>Attendance:</a:t>
                      </a:r>
                      <a:endParaRPr lang="en-US" sz="18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800">
                          <a:effectLst/>
                        </a:rPr>
                        <a:t>10%</a:t>
                      </a:r>
                      <a:endParaRPr lang="en-US" sz="1800">
                        <a:effectLst/>
                        <a:latin typeface="Times New Roman" panose="02020603050405020304" pitchFamily="18" charset="0"/>
                        <a:ea typeface="Times New Roman" panose="02020603050405020304" pitchFamily="18" charset="0"/>
                      </a:endParaRPr>
                    </a:p>
                  </a:txBody>
                  <a:tcPr marL="68580" marR="68580" marT="0" marB="0"/>
                </a:tc>
                <a:tc vMerge="1">
                  <a:txBody>
                    <a:bodyPr/>
                    <a:lstStyle/>
                    <a:p>
                      <a:endParaRPr lang="en-US"/>
                    </a:p>
                  </a:txBody>
                  <a:tcPr/>
                </a:tc>
                <a:extLst>
                  <a:ext uri="{0D108BD9-81ED-4DB2-BD59-A6C34878D82A}">
                    <a16:rowId xmlns:a16="http://schemas.microsoft.com/office/drawing/2014/main" val="2772265763"/>
                  </a:ext>
                </a:extLst>
              </a:tr>
              <a:tr h="0">
                <a:tc vMerge="1">
                  <a:txBody>
                    <a:bodyPr/>
                    <a:lstStyle/>
                    <a:p>
                      <a:endParaRPr lang="en-US"/>
                    </a:p>
                  </a:txBody>
                  <a:tcPr/>
                </a:tc>
                <a:tc>
                  <a:txBody>
                    <a:bodyPr/>
                    <a:lstStyle/>
                    <a:p>
                      <a:pPr marL="0" marR="0">
                        <a:spcBef>
                          <a:spcPts val="0"/>
                        </a:spcBef>
                        <a:spcAft>
                          <a:spcPts val="0"/>
                        </a:spcAft>
                      </a:pPr>
                      <a:r>
                        <a:rPr lang="en-US" sz="1800" dirty="0">
                          <a:effectLst/>
                        </a:rPr>
                        <a:t>Lab Performance:</a:t>
                      </a:r>
                      <a:endParaRPr lang="en-US" sz="18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800">
                          <a:effectLst/>
                        </a:rPr>
                        <a:t>5 x 10%= 50%</a:t>
                      </a:r>
                      <a:endParaRPr lang="en-US" sz="1800">
                        <a:effectLst/>
                        <a:latin typeface="Times New Roman" panose="02020603050405020304" pitchFamily="18" charset="0"/>
                        <a:ea typeface="Times New Roman" panose="02020603050405020304" pitchFamily="18" charset="0"/>
                      </a:endParaRPr>
                    </a:p>
                  </a:txBody>
                  <a:tcPr marL="68580" marR="68580" marT="0" marB="0"/>
                </a:tc>
                <a:tc vMerge="1">
                  <a:txBody>
                    <a:bodyPr/>
                    <a:lstStyle/>
                    <a:p>
                      <a:endParaRPr lang="en-US"/>
                    </a:p>
                  </a:txBody>
                  <a:tcPr/>
                </a:tc>
                <a:extLst>
                  <a:ext uri="{0D108BD9-81ED-4DB2-BD59-A6C34878D82A}">
                    <a16:rowId xmlns:a16="http://schemas.microsoft.com/office/drawing/2014/main" val="2035858705"/>
                  </a:ext>
                </a:extLst>
              </a:tr>
              <a:tr h="0">
                <a:tc vMerge="1">
                  <a:txBody>
                    <a:bodyPr/>
                    <a:lstStyle/>
                    <a:p>
                      <a:endParaRPr lang="en-US"/>
                    </a:p>
                  </a:txBody>
                  <a:tcPr/>
                </a:tc>
                <a:tc>
                  <a:txBody>
                    <a:bodyPr/>
                    <a:lstStyle/>
                    <a:p>
                      <a:pPr marL="0" marR="0">
                        <a:spcBef>
                          <a:spcPts val="0"/>
                        </a:spcBef>
                        <a:spcAft>
                          <a:spcPts val="0"/>
                        </a:spcAft>
                      </a:pPr>
                      <a:r>
                        <a:rPr lang="en-US" sz="1800" dirty="0">
                          <a:effectLst/>
                        </a:rPr>
                        <a:t>Project (Part-1 in SP):</a:t>
                      </a:r>
                      <a:endParaRPr lang="en-US" sz="18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800" dirty="0">
                          <a:effectLst/>
                        </a:rPr>
                        <a:t>40% (Deadline: 6th week)</a:t>
                      </a:r>
                      <a:endParaRPr lang="en-US" sz="1800" dirty="0">
                        <a:effectLst/>
                        <a:latin typeface="Times New Roman" panose="02020603050405020304" pitchFamily="18" charset="0"/>
                        <a:ea typeface="Times New Roman" panose="02020603050405020304" pitchFamily="18" charset="0"/>
                      </a:endParaRPr>
                    </a:p>
                  </a:txBody>
                  <a:tcPr marL="68580" marR="68580" marT="0" marB="0"/>
                </a:tc>
                <a:tc vMerge="1">
                  <a:txBody>
                    <a:bodyPr/>
                    <a:lstStyle/>
                    <a:p>
                      <a:endParaRPr lang="en-US"/>
                    </a:p>
                  </a:txBody>
                  <a:tcPr/>
                </a:tc>
                <a:extLst>
                  <a:ext uri="{0D108BD9-81ED-4DB2-BD59-A6C34878D82A}">
                    <a16:rowId xmlns:a16="http://schemas.microsoft.com/office/drawing/2014/main" val="3611574963"/>
                  </a:ext>
                </a:extLst>
              </a:tr>
              <a:tr h="0">
                <a:tc>
                  <a:txBody>
                    <a:bodyPr/>
                    <a:lstStyle/>
                    <a:p>
                      <a:pPr marL="0" marR="0">
                        <a:spcBef>
                          <a:spcPts val="0"/>
                        </a:spcBef>
                        <a:spcAft>
                          <a:spcPts val="0"/>
                        </a:spcAft>
                      </a:pPr>
                      <a:r>
                        <a:rPr lang="en-US" sz="1800">
                          <a:effectLst/>
                        </a:rPr>
                        <a:t> </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800" dirty="0">
                          <a:effectLst/>
                        </a:rPr>
                        <a:t> </a:t>
                      </a:r>
                      <a:endParaRPr lang="en-US" sz="18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800" dirty="0">
                          <a:effectLst/>
                        </a:rPr>
                        <a:t> </a:t>
                      </a:r>
                      <a:endParaRPr lang="en-US" sz="18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800">
                          <a:effectLst/>
                        </a:rPr>
                        <a:t> </a:t>
                      </a:r>
                      <a:endParaRPr lang="en-US" sz="18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592299284"/>
                  </a:ext>
                </a:extLst>
              </a:tr>
              <a:tr h="0">
                <a:tc rowSpan="3">
                  <a:txBody>
                    <a:bodyPr/>
                    <a:lstStyle/>
                    <a:p>
                      <a:pPr marL="0" marR="0" algn="ctr">
                        <a:spcBef>
                          <a:spcPts val="0"/>
                        </a:spcBef>
                        <a:spcAft>
                          <a:spcPts val="0"/>
                        </a:spcAft>
                      </a:pPr>
                      <a:r>
                        <a:rPr lang="en-US" sz="1800">
                          <a:effectLst/>
                        </a:rPr>
                        <a:t>Final</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800" dirty="0">
                          <a:effectLst/>
                        </a:rPr>
                        <a:t>Attendance:</a:t>
                      </a:r>
                      <a:endParaRPr lang="en-US" sz="18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800" dirty="0">
                          <a:effectLst/>
                        </a:rPr>
                        <a:t>10%</a:t>
                      </a:r>
                      <a:endParaRPr lang="en-US" sz="1800" dirty="0">
                        <a:effectLst/>
                        <a:latin typeface="Times New Roman" panose="02020603050405020304" pitchFamily="18" charset="0"/>
                        <a:ea typeface="Times New Roman" panose="02020603050405020304" pitchFamily="18" charset="0"/>
                      </a:endParaRPr>
                    </a:p>
                  </a:txBody>
                  <a:tcPr marL="68580" marR="68580" marT="0" marB="0"/>
                </a:tc>
                <a:tc rowSpan="3">
                  <a:txBody>
                    <a:bodyPr/>
                    <a:lstStyle/>
                    <a:p>
                      <a:pPr marL="0" marR="0" algn="ctr">
                        <a:spcBef>
                          <a:spcPts val="0"/>
                        </a:spcBef>
                        <a:spcAft>
                          <a:spcPts val="0"/>
                        </a:spcAft>
                      </a:pPr>
                      <a:r>
                        <a:rPr lang="en-US" sz="1800" dirty="0">
                          <a:effectLst/>
                        </a:rPr>
                        <a:t>60%</a:t>
                      </a:r>
                      <a:endParaRPr lang="en-US" sz="18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545613773"/>
                  </a:ext>
                </a:extLst>
              </a:tr>
              <a:tr h="0">
                <a:tc vMerge="1">
                  <a:txBody>
                    <a:bodyPr/>
                    <a:lstStyle/>
                    <a:p>
                      <a:endParaRPr lang="en-US"/>
                    </a:p>
                  </a:txBody>
                  <a:tcPr/>
                </a:tc>
                <a:tc>
                  <a:txBody>
                    <a:bodyPr/>
                    <a:lstStyle/>
                    <a:p>
                      <a:pPr marL="0" marR="0">
                        <a:spcBef>
                          <a:spcPts val="0"/>
                        </a:spcBef>
                        <a:spcAft>
                          <a:spcPts val="0"/>
                        </a:spcAft>
                      </a:pPr>
                      <a:r>
                        <a:rPr lang="en-US" sz="1800">
                          <a:effectLst/>
                        </a:rPr>
                        <a:t>Lab Performance:</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800" dirty="0">
                          <a:effectLst/>
                        </a:rPr>
                        <a:t>5 x 6%= 30%</a:t>
                      </a:r>
                      <a:endParaRPr lang="en-US" sz="1800" dirty="0">
                        <a:effectLst/>
                        <a:latin typeface="Times New Roman" panose="02020603050405020304" pitchFamily="18" charset="0"/>
                        <a:ea typeface="Times New Roman" panose="02020603050405020304" pitchFamily="18" charset="0"/>
                      </a:endParaRPr>
                    </a:p>
                  </a:txBody>
                  <a:tcPr marL="68580" marR="68580" marT="0" marB="0"/>
                </a:tc>
                <a:tc vMerge="1">
                  <a:txBody>
                    <a:bodyPr/>
                    <a:lstStyle/>
                    <a:p>
                      <a:endParaRPr lang="en-US"/>
                    </a:p>
                  </a:txBody>
                  <a:tcPr/>
                </a:tc>
                <a:extLst>
                  <a:ext uri="{0D108BD9-81ED-4DB2-BD59-A6C34878D82A}">
                    <a16:rowId xmlns:a16="http://schemas.microsoft.com/office/drawing/2014/main" val="505389202"/>
                  </a:ext>
                </a:extLst>
              </a:tr>
              <a:tr h="0">
                <a:tc vMerge="1">
                  <a:txBody>
                    <a:bodyPr/>
                    <a:lstStyle/>
                    <a:p>
                      <a:endParaRPr lang="en-US"/>
                    </a:p>
                  </a:txBody>
                  <a:tcPr/>
                </a:tc>
                <a:tc>
                  <a:txBody>
                    <a:bodyPr/>
                    <a:lstStyle/>
                    <a:p>
                      <a:pPr marL="0" marR="0">
                        <a:spcBef>
                          <a:spcPts val="0"/>
                        </a:spcBef>
                        <a:spcAft>
                          <a:spcPts val="0"/>
                        </a:spcAft>
                      </a:pPr>
                      <a:r>
                        <a:rPr lang="en-US" sz="1800">
                          <a:effectLst/>
                        </a:rPr>
                        <a:t>Project (Part-2 in OOP)</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800" dirty="0">
                          <a:effectLst/>
                        </a:rPr>
                        <a:t>40% (Deadline: 13th week)</a:t>
                      </a:r>
                      <a:endParaRPr lang="en-US" sz="1800" dirty="0">
                        <a:effectLst/>
                        <a:latin typeface="Times New Roman" panose="02020603050405020304" pitchFamily="18" charset="0"/>
                        <a:ea typeface="Times New Roman" panose="02020603050405020304" pitchFamily="18" charset="0"/>
                      </a:endParaRPr>
                    </a:p>
                  </a:txBody>
                  <a:tcPr marL="68580" marR="68580" marT="0" marB="0"/>
                </a:tc>
                <a:tc vMerge="1">
                  <a:txBody>
                    <a:bodyPr/>
                    <a:lstStyle/>
                    <a:p>
                      <a:endParaRPr lang="en-US"/>
                    </a:p>
                  </a:txBody>
                  <a:tcPr/>
                </a:tc>
                <a:extLst>
                  <a:ext uri="{0D108BD9-81ED-4DB2-BD59-A6C34878D82A}">
                    <a16:rowId xmlns:a16="http://schemas.microsoft.com/office/drawing/2014/main" val="2459651922"/>
                  </a:ext>
                </a:extLst>
              </a:tr>
              <a:tr h="0">
                <a:tc rowSpan="3">
                  <a:txBody>
                    <a:bodyPr/>
                    <a:lstStyle/>
                    <a:p>
                      <a:pPr marL="0" marR="0">
                        <a:spcBef>
                          <a:spcPts val="0"/>
                        </a:spcBef>
                        <a:spcAft>
                          <a:spcPts val="0"/>
                        </a:spcAft>
                      </a:pPr>
                      <a:r>
                        <a:rPr lang="en-US" sz="1800">
                          <a:effectLst/>
                        </a:rPr>
                        <a:t> </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800">
                          <a:effectLst/>
                        </a:rPr>
                        <a:t>Lab Exam </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800" dirty="0">
                          <a:effectLst/>
                        </a:rPr>
                        <a:t>20%</a:t>
                      </a:r>
                      <a:endParaRPr lang="en-US" sz="18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800">
                          <a:effectLst/>
                        </a:rPr>
                        <a:t> </a:t>
                      </a:r>
                      <a:endParaRPr lang="en-US" sz="18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602411949"/>
                  </a:ext>
                </a:extLst>
              </a:tr>
              <a:tr h="0">
                <a:tc vMerge="1">
                  <a:txBody>
                    <a:bodyPr/>
                    <a:lstStyle/>
                    <a:p>
                      <a:endParaRPr lang="en-US"/>
                    </a:p>
                  </a:txBody>
                  <a:tcPr/>
                </a:tc>
                <a:tc>
                  <a:txBody>
                    <a:bodyPr/>
                    <a:lstStyle/>
                    <a:p>
                      <a:pPr marL="0" marR="0">
                        <a:spcBef>
                          <a:spcPts val="0"/>
                        </a:spcBef>
                        <a:spcAft>
                          <a:spcPts val="0"/>
                        </a:spcAft>
                      </a:pPr>
                      <a:r>
                        <a:rPr lang="en-US" sz="1800">
                          <a:effectLst/>
                        </a:rPr>
                        <a:t> </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800" dirty="0">
                          <a:effectLst/>
                        </a:rPr>
                        <a:t> </a:t>
                      </a:r>
                      <a:endParaRPr lang="en-US" sz="18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800">
                          <a:effectLst/>
                        </a:rPr>
                        <a:t> </a:t>
                      </a:r>
                      <a:endParaRPr lang="en-US" sz="18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205734509"/>
                  </a:ext>
                </a:extLst>
              </a:tr>
              <a:tr h="0">
                <a:tc vMerge="1">
                  <a:txBody>
                    <a:bodyPr/>
                    <a:lstStyle/>
                    <a:p>
                      <a:endParaRPr lang="en-US"/>
                    </a:p>
                  </a:txBody>
                  <a:tcPr/>
                </a:tc>
                <a:tc>
                  <a:txBody>
                    <a:bodyPr/>
                    <a:lstStyle/>
                    <a:p>
                      <a:pPr marL="0" marR="0">
                        <a:spcBef>
                          <a:spcPts val="0"/>
                        </a:spcBef>
                        <a:spcAft>
                          <a:spcPts val="0"/>
                        </a:spcAft>
                      </a:pPr>
                      <a:r>
                        <a:rPr lang="en-US" sz="1800">
                          <a:effectLst/>
                        </a:rPr>
                        <a:t>Total:</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800" dirty="0">
                          <a:effectLst/>
                        </a:rPr>
                        <a:t> </a:t>
                      </a:r>
                      <a:endParaRPr lang="en-US" sz="18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spcBef>
                          <a:spcPts val="0"/>
                        </a:spcBef>
                        <a:spcAft>
                          <a:spcPts val="0"/>
                        </a:spcAft>
                      </a:pPr>
                      <a:r>
                        <a:rPr lang="en-US" sz="1800" dirty="0">
                          <a:effectLst/>
                        </a:rPr>
                        <a:t>100%</a:t>
                      </a:r>
                      <a:endParaRPr lang="en-US" sz="18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4053913021"/>
                  </a:ext>
                </a:extLst>
              </a:tr>
            </a:tbl>
          </a:graphicData>
        </a:graphic>
      </p:graphicFrame>
    </p:spTree>
    <p:extLst>
      <p:ext uri="{BB962C8B-B14F-4D97-AF65-F5344CB8AC3E}">
        <p14:creationId xmlns:p14="http://schemas.microsoft.com/office/powerpoint/2010/main" val="38363012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86D27-68F1-47B9-A6E0-2CEAFAEB2F41}"/>
              </a:ext>
            </a:extLst>
          </p:cNvPr>
          <p:cNvSpPr>
            <a:spLocks noGrp="1"/>
          </p:cNvSpPr>
          <p:nvPr>
            <p:ph type="title"/>
          </p:nvPr>
        </p:nvSpPr>
        <p:spPr>
          <a:xfrm>
            <a:off x="572135" y="1684526"/>
            <a:ext cx="3833906" cy="2278772"/>
          </a:xfrm>
        </p:spPr>
        <p:txBody>
          <a:bodyPr/>
          <a:lstStyle/>
          <a:p>
            <a:pPr algn="ctr"/>
            <a:r>
              <a:rPr lang="en-US" dirty="0"/>
              <a:t>Class room Policy</a:t>
            </a:r>
          </a:p>
        </p:txBody>
      </p:sp>
      <p:sp>
        <p:nvSpPr>
          <p:cNvPr id="5" name="Content Placeholder 4">
            <a:extLst>
              <a:ext uri="{FF2B5EF4-FFF2-40B4-BE49-F238E27FC236}">
                <a16:creationId xmlns:a16="http://schemas.microsoft.com/office/drawing/2014/main" id="{810C6E99-CD2B-47A5-88B8-BDFAEB770014}"/>
              </a:ext>
            </a:extLst>
          </p:cNvPr>
          <p:cNvSpPr>
            <a:spLocks noGrp="1"/>
          </p:cNvSpPr>
          <p:nvPr>
            <p:ph idx="1"/>
          </p:nvPr>
        </p:nvSpPr>
        <p:spPr>
          <a:xfrm>
            <a:off x="5379720" y="358646"/>
            <a:ext cx="6448425" cy="5896056"/>
          </a:xfrm>
        </p:spPr>
        <p:txBody>
          <a:bodyPr>
            <a:normAutofit fontScale="92500" lnSpcReduction="10000"/>
          </a:bodyPr>
          <a:lstStyle/>
          <a:p>
            <a:r>
              <a:rPr lang="en-US" b="1" i="1" dirty="0"/>
              <a:t>Must </a:t>
            </a:r>
            <a:r>
              <a:rPr lang="en-US" dirty="0"/>
              <a:t>be present inside the class in due time.</a:t>
            </a:r>
          </a:p>
          <a:p>
            <a:r>
              <a:rPr lang="en-US" b="1" i="1" dirty="0"/>
              <a:t>Class Break</a:t>
            </a:r>
            <a:r>
              <a:rPr lang="en-US" dirty="0"/>
              <a:t>: I would prefer to start the class in due time and leave the class on time for theory/Laboratory class respectively.</a:t>
            </a:r>
          </a:p>
          <a:p>
            <a:r>
              <a:rPr lang="en-US" dirty="0"/>
              <a:t>Every class will start with a question-answer session about the last lecture. So students must be prepared with the contents and exercises from the last lecture.</a:t>
            </a:r>
          </a:p>
          <a:p>
            <a:r>
              <a:rPr lang="en-US" dirty="0"/>
              <a:t>Students are suggested to ask questions during or after the lecture.</a:t>
            </a:r>
          </a:p>
          <a:p>
            <a:pPr marL="0" indent="0">
              <a:buNone/>
            </a:pPr>
            <a:endParaRPr lang="en-US" dirty="0"/>
          </a:p>
        </p:txBody>
      </p:sp>
    </p:spTree>
    <p:extLst>
      <p:ext uri="{BB962C8B-B14F-4D97-AF65-F5344CB8AC3E}">
        <p14:creationId xmlns:p14="http://schemas.microsoft.com/office/powerpoint/2010/main" val="35280997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86D27-68F1-47B9-A6E0-2CEAFAEB2F41}"/>
              </a:ext>
            </a:extLst>
          </p:cNvPr>
          <p:cNvSpPr>
            <a:spLocks noGrp="1"/>
          </p:cNvSpPr>
          <p:nvPr>
            <p:ph type="title"/>
          </p:nvPr>
        </p:nvSpPr>
        <p:spPr>
          <a:xfrm>
            <a:off x="572135" y="1684526"/>
            <a:ext cx="3833906" cy="2278772"/>
          </a:xfrm>
        </p:spPr>
        <p:txBody>
          <a:bodyPr/>
          <a:lstStyle/>
          <a:p>
            <a:pPr algn="ctr"/>
            <a:r>
              <a:rPr lang="en-US" dirty="0"/>
              <a:t>Class room Policy</a:t>
            </a:r>
          </a:p>
        </p:txBody>
      </p:sp>
      <p:sp>
        <p:nvSpPr>
          <p:cNvPr id="5" name="Content Placeholder 4">
            <a:extLst>
              <a:ext uri="{FF2B5EF4-FFF2-40B4-BE49-F238E27FC236}">
                <a16:creationId xmlns:a16="http://schemas.microsoft.com/office/drawing/2014/main" id="{51D9DEED-2D7D-4366-94E6-9601C4E12B5B}"/>
              </a:ext>
            </a:extLst>
          </p:cNvPr>
          <p:cNvSpPr>
            <a:spLocks noGrp="1"/>
          </p:cNvSpPr>
          <p:nvPr>
            <p:ph idx="1"/>
          </p:nvPr>
        </p:nvSpPr>
        <p:spPr>
          <a:xfrm>
            <a:off x="5501640" y="358646"/>
            <a:ext cx="6326505" cy="5896056"/>
          </a:xfrm>
        </p:spPr>
        <p:txBody>
          <a:bodyPr/>
          <a:lstStyle/>
          <a:p>
            <a:r>
              <a:rPr lang="en-US" b="1" i="1" dirty="0"/>
              <a:t>Late in Class</a:t>
            </a:r>
            <a:r>
              <a:rPr lang="en-US" dirty="0"/>
              <a:t>: </a:t>
            </a:r>
          </a:p>
          <a:p>
            <a:pPr lvl="1"/>
            <a:r>
              <a:rPr lang="en-US" dirty="0"/>
              <a:t>Student coming after 10 minutes of due time is considered late. </a:t>
            </a:r>
          </a:p>
          <a:p>
            <a:pPr lvl="1"/>
            <a:r>
              <a:rPr lang="en-US" dirty="0"/>
              <a:t>2 late attendances are considered as one absent.</a:t>
            </a:r>
          </a:p>
          <a:p>
            <a:pPr lvl="1"/>
            <a:r>
              <a:rPr lang="en-US" dirty="0"/>
              <a:t>Late during quiz/presentation are not given additional time.</a:t>
            </a:r>
          </a:p>
          <a:p>
            <a:pPr lvl="1"/>
            <a:r>
              <a:rPr lang="en-US" dirty="0"/>
              <a:t>Students who are regularly late might have additional deduction of marks.</a:t>
            </a:r>
          </a:p>
          <a:p>
            <a:pPr lvl="1"/>
            <a:r>
              <a:rPr lang="en-US" dirty="0"/>
              <a:t>A late student will be allowed to enter the class. Do not ask permission to enter the class, just get in slowly and silently. Same policy implies if a student wants to go out of the class for emergency reasons.</a:t>
            </a:r>
          </a:p>
          <a:p>
            <a:pPr marL="0" indent="0">
              <a:buNone/>
            </a:pPr>
            <a:endParaRPr lang="en-US" dirty="0"/>
          </a:p>
        </p:txBody>
      </p:sp>
    </p:spTree>
    <p:extLst>
      <p:ext uri="{BB962C8B-B14F-4D97-AF65-F5344CB8AC3E}">
        <p14:creationId xmlns:p14="http://schemas.microsoft.com/office/powerpoint/2010/main" val="21562165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86D27-68F1-47B9-A6E0-2CEAFAEB2F41}"/>
              </a:ext>
            </a:extLst>
          </p:cNvPr>
          <p:cNvSpPr>
            <a:spLocks noGrp="1"/>
          </p:cNvSpPr>
          <p:nvPr>
            <p:ph type="title"/>
          </p:nvPr>
        </p:nvSpPr>
        <p:spPr>
          <a:xfrm>
            <a:off x="572135" y="1684526"/>
            <a:ext cx="3833906" cy="2278772"/>
          </a:xfrm>
        </p:spPr>
        <p:txBody>
          <a:bodyPr/>
          <a:lstStyle/>
          <a:p>
            <a:pPr algn="ctr"/>
            <a:r>
              <a:rPr lang="en-US" dirty="0"/>
              <a:t>Grading Policy</a:t>
            </a:r>
          </a:p>
        </p:txBody>
      </p:sp>
      <p:sp>
        <p:nvSpPr>
          <p:cNvPr id="5" name="Content Placeholder 4">
            <a:extLst>
              <a:ext uri="{FF2B5EF4-FFF2-40B4-BE49-F238E27FC236}">
                <a16:creationId xmlns:a16="http://schemas.microsoft.com/office/drawing/2014/main" id="{51D9DEED-2D7D-4366-94E6-9601C4E12B5B}"/>
              </a:ext>
            </a:extLst>
          </p:cNvPr>
          <p:cNvSpPr>
            <a:spLocks noGrp="1"/>
          </p:cNvSpPr>
          <p:nvPr>
            <p:ph idx="1"/>
          </p:nvPr>
        </p:nvSpPr>
        <p:spPr>
          <a:xfrm>
            <a:off x="5501640" y="358646"/>
            <a:ext cx="6326505" cy="5896056"/>
          </a:xfrm>
        </p:spPr>
        <p:txBody>
          <a:bodyPr>
            <a:normAutofit fontScale="55000" lnSpcReduction="20000"/>
          </a:bodyPr>
          <a:lstStyle/>
          <a:p>
            <a:pPr>
              <a:lnSpc>
                <a:spcPct val="100000"/>
              </a:lnSpc>
              <a:spcBef>
                <a:spcPts val="600"/>
              </a:spcBef>
            </a:pPr>
            <a:r>
              <a:rPr lang="en-US" sz="3800" dirty="0"/>
              <a:t>All the evaluation categories &amp; marks will be uploaded to the VUES within one week of the </a:t>
            </a:r>
            <a:r>
              <a:rPr lang="en-US" sz="3800" i="1" dirty="0"/>
              <a:t>evaluation process</a:t>
            </a:r>
            <a:r>
              <a:rPr lang="en-US" sz="3800" dirty="0"/>
              <a:t> except the attendance &amp; performance, which will be uploaded along with the major (mid/final term) written exam marks. </a:t>
            </a:r>
          </a:p>
          <a:p>
            <a:pPr>
              <a:lnSpc>
                <a:spcPct val="100000"/>
              </a:lnSpc>
              <a:spcBef>
                <a:spcPts val="600"/>
              </a:spcBef>
            </a:pPr>
            <a:r>
              <a:rPr lang="en-US" sz="3800" dirty="0"/>
              <a:t>Letter grades ‘</a:t>
            </a:r>
            <a:r>
              <a:rPr lang="en-US" sz="3800" b="1" dirty="0"/>
              <a:t>A+</a:t>
            </a:r>
            <a:r>
              <a:rPr lang="en-US" sz="3800" dirty="0"/>
              <a:t>’ through ‘</a:t>
            </a:r>
            <a:r>
              <a:rPr lang="en-US" sz="3800" b="1" dirty="0"/>
              <a:t>F</a:t>
            </a:r>
            <a:r>
              <a:rPr lang="en-US" sz="3800" dirty="0"/>
              <a:t>’ is counted as grades. Other grades ‘</a:t>
            </a:r>
            <a:r>
              <a:rPr lang="en-US" sz="3800" b="1" dirty="0"/>
              <a:t>I</a:t>
            </a:r>
            <a:r>
              <a:rPr lang="en-US" sz="3800" dirty="0"/>
              <a:t>’ and ‘</a:t>
            </a:r>
            <a:r>
              <a:rPr lang="en-US" sz="3800" b="1" dirty="0"/>
              <a:t>UW</a:t>
            </a:r>
            <a:r>
              <a:rPr lang="en-US" sz="3800" dirty="0"/>
              <a:t>’ are considered as temporary grades which are </a:t>
            </a:r>
            <a:r>
              <a:rPr lang="en-US" sz="3800" u="sng" dirty="0"/>
              <a:t>counted/calculated as ‘</a:t>
            </a:r>
            <a:r>
              <a:rPr lang="en-US" sz="3800" b="1" u="sng" dirty="0"/>
              <a:t>F</a:t>
            </a:r>
            <a:r>
              <a:rPr lang="en-US" sz="3800" u="sng" dirty="0"/>
              <a:t>’ grade </a:t>
            </a:r>
            <a:r>
              <a:rPr lang="en-US" sz="3800" dirty="0"/>
              <a:t>in the </a:t>
            </a:r>
            <a:r>
              <a:rPr lang="en-US" sz="3800" b="1" dirty="0"/>
              <a:t>CGPA</a:t>
            </a:r>
            <a:r>
              <a:rPr lang="en-US" sz="3800" dirty="0"/>
              <a:t>. These grades must/will be converted to the actual grades, i.e. ‘</a:t>
            </a:r>
            <a:r>
              <a:rPr lang="en-US" sz="3800" b="1" dirty="0"/>
              <a:t>A+</a:t>
            </a:r>
            <a:r>
              <a:rPr lang="en-US" sz="3800" dirty="0"/>
              <a:t>’ through ‘</a:t>
            </a:r>
            <a:r>
              <a:rPr lang="en-US" sz="3800" b="1" dirty="0"/>
              <a:t>F</a:t>
            </a:r>
            <a:r>
              <a:rPr lang="en-US" sz="3800" dirty="0"/>
              <a:t>’. </a:t>
            </a:r>
          </a:p>
          <a:p>
            <a:pPr>
              <a:lnSpc>
                <a:spcPct val="100000"/>
              </a:lnSpc>
              <a:spcBef>
                <a:spcPts val="600"/>
              </a:spcBef>
            </a:pPr>
            <a:r>
              <a:rPr lang="en-US" sz="3800" dirty="0">
                <a:solidFill>
                  <a:srgbClr val="FF0000"/>
                </a:solidFill>
              </a:rPr>
              <a:t>‘</a:t>
            </a:r>
            <a:r>
              <a:rPr lang="en-US" sz="3800" b="1" dirty="0">
                <a:solidFill>
                  <a:srgbClr val="FF0000"/>
                </a:solidFill>
              </a:rPr>
              <a:t>I: INCOMPLETE</a:t>
            </a:r>
            <a:r>
              <a:rPr lang="en-US" sz="3800" dirty="0">
                <a:solidFill>
                  <a:srgbClr val="FF0000"/>
                </a:solidFill>
              </a:rPr>
              <a:t>’ </a:t>
            </a:r>
            <a:r>
              <a:rPr lang="en-US" sz="3800" dirty="0"/>
              <a:t>is given to students who have </a:t>
            </a:r>
            <a:r>
              <a:rPr lang="en-US" sz="3800" i="1" dirty="0"/>
              <a:t>missed </a:t>
            </a:r>
            <a:r>
              <a:rPr lang="en-US" sz="3800" dirty="0"/>
              <a:t>at most 30% of </a:t>
            </a:r>
            <a:r>
              <a:rPr lang="en-US" sz="3800" i="1" dirty="0"/>
              <a:t>evaluation categories</a:t>
            </a:r>
            <a:r>
              <a:rPr lang="en-US" sz="3800" dirty="0"/>
              <a:t> (quiz/assignment/etc.).  Students must contact the course teacher for </a:t>
            </a:r>
            <a:r>
              <a:rPr lang="en-US" sz="3800" u="sng" dirty="0"/>
              <a:t>makeup</a:t>
            </a:r>
            <a:r>
              <a:rPr lang="en-US" sz="3800" dirty="0"/>
              <a:t>, through valid application procedures immediately after grade release.</a:t>
            </a:r>
          </a:p>
          <a:p>
            <a:pPr>
              <a:lnSpc>
                <a:spcPct val="100000"/>
              </a:lnSpc>
              <a:spcBef>
                <a:spcPts val="600"/>
              </a:spcBef>
            </a:pPr>
            <a:r>
              <a:rPr lang="en-US" sz="3800" dirty="0">
                <a:solidFill>
                  <a:srgbClr val="FF0000"/>
                </a:solidFill>
              </a:rPr>
              <a:t>‘</a:t>
            </a:r>
            <a:r>
              <a:rPr lang="en-US" sz="3800" b="1" dirty="0">
                <a:solidFill>
                  <a:srgbClr val="FF0000"/>
                </a:solidFill>
              </a:rPr>
              <a:t>UW: UNOFFICIAL WITHDRAW</a:t>
            </a:r>
            <a:r>
              <a:rPr lang="en-US" sz="3800" dirty="0">
                <a:solidFill>
                  <a:srgbClr val="FF0000"/>
                </a:solidFill>
              </a:rPr>
              <a:t>’</a:t>
            </a:r>
            <a:r>
              <a:rPr lang="en-US" sz="3800" dirty="0"/>
              <a:t> is given when the </a:t>
            </a:r>
            <a:r>
              <a:rPr lang="en-US" sz="3800" i="1" dirty="0"/>
              <a:t>missing evaluation categories</a:t>
            </a:r>
            <a:r>
              <a:rPr lang="en-US" sz="3800" dirty="0"/>
              <a:t> are too high (more than 30%) to makeup. A student getting ‘UW’ has </a:t>
            </a:r>
            <a:r>
              <a:rPr lang="en-US" sz="3800" u="sng" dirty="0"/>
              <a:t>no option</a:t>
            </a:r>
            <a:r>
              <a:rPr lang="en-US" sz="3800" dirty="0"/>
              <a:t> but to </a:t>
            </a:r>
            <a:r>
              <a:rPr lang="en-US" sz="3800" u="sng" dirty="0"/>
              <a:t>drop</a:t>
            </a:r>
            <a:r>
              <a:rPr lang="en-US" sz="3800" dirty="0"/>
              <a:t> the course immediately after grade release</a:t>
            </a:r>
          </a:p>
          <a:p>
            <a:pPr marL="0" indent="0">
              <a:buNone/>
            </a:pPr>
            <a:endParaRPr lang="en-US" dirty="0"/>
          </a:p>
        </p:txBody>
      </p:sp>
    </p:spTree>
    <p:extLst>
      <p:ext uri="{BB962C8B-B14F-4D97-AF65-F5344CB8AC3E}">
        <p14:creationId xmlns:p14="http://schemas.microsoft.com/office/powerpoint/2010/main" val="4910126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86D27-68F1-47B9-A6E0-2CEAFAEB2F41}"/>
              </a:ext>
            </a:extLst>
          </p:cNvPr>
          <p:cNvSpPr>
            <a:spLocks noGrp="1"/>
          </p:cNvSpPr>
          <p:nvPr>
            <p:ph type="title"/>
          </p:nvPr>
        </p:nvSpPr>
        <p:spPr>
          <a:xfrm>
            <a:off x="572135" y="1684526"/>
            <a:ext cx="3833906" cy="2278772"/>
          </a:xfrm>
        </p:spPr>
        <p:txBody>
          <a:bodyPr/>
          <a:lstStyle/>
          <a:p>
            <a:pPr algn="ctr"/>
            <a:r>
              <a:rPr lang="en-US" dirty="0"/>
              <a:t>Grading Policy</a:t>
            </a:r>
          </a:p>
        </p:txBody>
      </p:sp>
      <p:sp>
        <p:nvSpPr>
          <p:cNvPr id="5" name="Content Placeholder 4">
            <a:extLst>
              <a:ext uri="{FF2B5EF4-FFF2-40B4-BE49-F238E27FC236}">
                <a16:creationId xmlns:a16="http://schemas.microsoft.com/office/drawing/2014/main" id="{51D9DEED-2D7D-4366-94E6-9601C4E12B5B}"/>
              </a:ext>
            </a:extLst>
          </p:cNvPr>
          <p:cNvSpPr>
            <a:spLocks noGrp="1"/>
          </p:cNvSpPr>
          <p:nvPr>
            <p:ph idx="1"/>
          </p:nvPr>
        </p:nvSpPr>
        <p:spPr>
          <a:xfrm>
            <a:off x="5394960" y="358646"/>
            <a:ext cx="6433185" cy="5896056"/>
          </a:xfrm>
        </p:spPr>
        <p:txBody>
          <a:bodyPr>
            <a:normAutofit fontScale="92500" lnSpcReduction="10000"/>
          </a:bodyPr>
          <a:lstStyle/>
          <a:p>
            <a:pPr>
              <a:lnSpc>
                <a:spcPct val="100000"/>
              </a:lnSpc>
              <a:spcBef>
                <a:spcPts val="600"/>
              </a:spcBef>
            </a:pPr>
            <a:r>
              <a:rPr lang="en-US" dirty="0"/>
              <a:t>Once a student’s gets ‘I’ or ‘UW’ and unable to fulfill the requirements with the course teacher for makeup, </a:t>
            </a:r>
            <a:r>
              <a:rPr lang="en-US" u="sng" dirty="0"/>
              <a:t>must drop the course</a:t>
            </a:r>
            <a:r>
              <a:rPr lang="en-US" dirty="0"/>
              <a:t> within officially </a:t>
            </a:r>
            <a:r>
              <a:rPr lang="en-US" i="1" dirty="0"/>
              <a:t>mentioned time period</a:t>
            </a:r>
            <a:r>
              <a:rPr lang="en-US" dirty="0"/>
              <a:t> from the </a:t>
            </a:r>
            <a:r>
              <a:rPr lang="en-US" i="1" dirty="0"/>
              <a:t>registration department</a:t>
            </a:r>
            <a:r>
              <a:rPr lang="en-US" dirty="0"/>
              <a:t>. </a:t>
            </a:r>
          </a:p>
          <a:p>
            <a:pPr>
              <a:lnSpc>
                <a:spcPct val="100000"/>
              </a:lnSpc>
              <a:spcBef>
                <a:spcPts val="600"/>
              </a:spcBef>
            </a:pPr>
            <a:r>
              <a:rPr lang="en-US" dirty="0"/>
              <a:t>Students in probation or falls into the probation due to ‘I’/’UW’ grade are not allowed to drop the course.</a:t>
            </a:r>
          </a:p>
          <a:p>
            <a:pPr>
              <a:lnSpc>
                <a:spcPct val="100000"/>
              </a:lnSpc>
              <a:spcBef>
                <a:spcPts val="400"/>
              </a:spcBef>
            </a:pPr>
            <a:r>
              <a:rPr lang="en-US" dirty="0"/>
              <a:t>Unable to do so will result in the automatic conversion of the grades ‘</a:t>
            </a:r>
            <a:r>
              <a:rPr lang="en-US" b="1" dirty="0"/>
              <a:t>I</a:t>
            </a:r>
            <a:r>
              <a:rPr lang="en-US" dirty="0"/>
              <a:t>’/’</a:t>
            </a:r>
            <a:r>
              <a:rPr lang="en-US" b="1" dirty="0"/>
              <a:t>UW</a:t>
            </a:r>
            <a:r>
              <a:rPr lang="en-US" dirty="0"/>
              <a:t>’ to ‘</a:t>
            </a:r>
            <a:r>
              <a:rPr lang="en-US" b="1" dirty="0"/>
              <a:t>F</a:t>
            </a:r>
            <a:r>
              <a:rPr lang="en-US" dirty="0"/>
              <a:t>’ grade </a:t>
            </a:r>
            <a:r>
              <a:rPr lang="en-US" u="sng" dirty="0"/>
              <a:t>after the 4</a:t>
            </a:r>
            <a:r>
              <a:rPr lang="en-US" u="sng" baseline="30000" dirty="0"/>
              <a:t>th</a:t>
            </a:r>
            <a:r>
              <a:rPr lang="en-US" u="sng" dirty="0"/>
              <a:t> week of the following semester</a:t>
            </a:r>
            <a:r>
              <a:rPr lang="en-US" dirty="0"/>
              <a:t>.</a:t>
            </a:r>
          </a:p>
          <a:p>
            <a:pPr>
              <a:lnSpc>
                <a:spcPct val="100000"/>
              </a:lnSpc>
              <a:spcBef>
                <a:spcPts val="400"/>
              </a:spcBef>
            </a:pPr>
            <a:r>
              <a:rPr lang="en-US" dirty="0"/>
              <a:t>Any </a:t>
            </a:r>
            <a:r>
              <a:rPr lang="en-US" i="1" dirty="0"/>
              <a:t>problem with the mark/grade</a:t>
            </a:r>
            <a:r>
              <a:rPr lang="en-US" dirty="0"/>
              <a:t> </a:t>
            </a:r>
            <a:r>
              <a:rPr lang="en-US" u="sng" dirty="0"/>
              <a:t>must be consulted</a:t>
            </a:r>
            <a:r>
              <a:rPr lang="en-US" dirty="0"/>
              <a:t> with the course teacher within </a:t>
            </a:r>
            <a:r>
              <a:rPr lang="en-US" i="1" dirty="0"/>
              <a:t>one week of the release of grades</a:t>
            </a:r>
            <a:r>
              <a:rPr lang="en-US" dirty="0"/>
              <a:t>. </a:t>
            </a:r>
          </a:p>
          <a:p>
            <a:pPr marL="0" indent="0">
              <a:buNone/>
            </a:pPr>
            <a:endParaRPr lang="en-US" dirty="0"/>
          </a:p>
        </p:txBody>
      </p:sp>
    </p:spTree>
    <p:extLst>
      <p:ext uri="{BB962C8B-B14F-4D97-AF65-F5344CB8AC3E}">
        <p14:creationId xmlns:p14="http://schemas.microsoft.com/office/powerpoint/2010/main" val="2073038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86D27-68F1-47B9-A6E0-2CEAFAEB2F41}"/>
              </a:ext>
            </a:extLst>
          </p:cNvPr>
          <p:cNvSpPr>
            <a:spLocks noGrp="1"/>
          </p:cNvSpPr>
          <p:nvPr>
            <p:ph type="title"/>
          </p:nvPr>
        </p:nvSpPr>
        <p:spPr>
          <a:xfrm>
            <a:off x="572135" y="1684526"/>
            <a:ext cx="3833906" cy="2278772"/>
          </a:xfrm>
        </p:spPr>
        <p:txBody>
          <a:bodyPr/>
          <a:lstStyle/>
          <a:p>
            <a:pPr algn="ctr"/>
            <a:r>
              <a:rPr lang="en-US" dirty="0"/>
              <a:t>Dropping the course</a:t>
            </a:r>
          </a:p>
        </p:txBody>
      </p:sp>
      <p:sp>
        <p:nvSpPr>
          <p:cNvPr id="5" name="Content Placeholder 4">
            <a:extLst>
              <a:ext uri="{FF2B5EF4-FFF2-40B4-BE49-F238E27FC236}">
                <a16:creationId xmlns:a16="http://schemas.microsoft.com/office/drawing/2014/main" id="{51D9DEED-2D7D-4366-94E6-9601C4E12B5B}"/>
              </a:ext>
            </a:extLst>
          </p:cNvPr>
          <p:cNvSpPr>
            <a:spLocks noGrp="1"/>
          </p:cNvSpPr>
          <p:nvPr>
            <p:ph idx="1"/>
          </p:nvPr>
        </p:nvSpPr>
        <p:spPr>
          <a:xfrm>
            <a:off x="5394960" y="358646"/>
            <a:ext cx="6433185" cy="5896056"/>
          </a:xfrm>
        </p:spPr>
        <p:txBody>
          <a:bodyPr>
            <a:normAutofit fontScale="92500" lnSpcReduction="10000"/>
          </a:bodyPr>
          <a:lstStyle/>
          <a:p>
            <a:r>
              <a:rPr lang="en-US" dirty="0"/>
              <a:t>Must fill up the drop form and get it signed by the course teacher, write an application to the Head of </a:t>
            </a:r>
            <a:r>
              <a:rPr lang="en-US"/>
              <a:t>Dept. and </a:t>
            </a:r>
            <a:r>
              <a:rPr lang="en-US" dirty="0"/>
              <a:t>get it signed by the department Head, and finally submit the form &amp; application to the registration department.</a:t>
            </a:r>
          </a:p>
          <a:p>
            <a:r>
              <a:rPr lang="en-US" dirty="0"/>
              <a:t>The course teacher must write down the grades (if any) obtained in midterm, final, and grand total on the drop form.</a:t>
            </a:r>
          </a:p>
          <a:p>
            <a:r>
              <a:rPr lang="en-US" sz="3300" b="1" dirty="0">
                <a:solidFill>
                  <a:srgbClr val="FF0000"/>
                </a:solidFill>
              </a:rPr>
              <a:t>No drop is accepted during exam week. </a:t>
            </a:r>
          </a:p>
          <a:p>
            <a:r>
              <a:rPr lang="en-US" dirty="0"/>
              <a:t>Student with ‘F’ grades in midterm, final term, or grand total cannot drop.</a:t>
            </a:r>
          </a:p>
          <a:p>
            <a:pPr marL="0" indent="0">
              <a:buNone/>
            </a:pPr>
            <a:endParaRPr lang="en-US" dirty="0"/>
          </a:p>
        </p:txBody>
      </p:sp>
    </p:spTree>
    <p:extLst>
      <p:ext uri="{BB962C8B-B14F-4D97-AF65-F5344CB8AC3E}">
        <p14:creationId xmlns:p14="http://schemas.microsoft.com/office/powerpoint/2010/main" val="33710264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86D27-68F1-47B9-A6E0-2CEAFAEB2F41}"/>
              </a:ext>
            </a:extLst>
          </p:cNvPr>
          <p:cNvSpPr>
            <a:spLocks noGrp="1"/>
          </p:cNvSpPr>
          <p:nvPr>
            <p:ph type="title"/>
          </p:nvPr>
        </p:nvSpPr>
        <p:spPr>
          <a:xfrm>
            <a:off x="572135" y="1684526"/>
            <a:ext cx="3833906" cy="2278772"/>
          </a:xfrm>
        </p:spPr>
        <p:txBody>
          <a:bodyPr/>
          <a:lstStyle/>
          <a:p>
            <a:pPr algn="ctr"/>
            <a:r>
              <a:rPr lang="en-US" dirty="0"/>
              <a:t>Consultation with Teacher</a:t>
            </a:r>
          </a:p>
        </p:txBody>
      </p:sp>
      <p:sp>
        <p:nvSpPr>
          <p:cNvPr id="5" name="Content Placeholder 4">
            <a:extLst>
              <a:ext uri="{FF2B5EF4-FFF2-40B4-BE49-F238E27FC236}">
                <a16:creationId xmlns:a16="http://schemas.microsoft.com/office/drawing/2014/main" id="{51D9DEED-2D7D-4366-94E6-9601C4E12B5B}"/>
              </a:ext>
            </a:extLst>
          </p:cNvPr>
          <p:cNvSpPr>
            <a:spLocks noGrp="1"/>
          </p:cNvSpPr>
          <p:nvPr>
            <p:ph idx="1"/>
          </p:nvPr>
        </p:nvSpPr>
        <p:spPr>
          <a:xfrm>
            <a:off x="5394960" y="358646"/>
            <a:ext cx="6433185" cy="5896056"/>
          </a:xfrm>
        </p:spPr>
        <p:txBody>
          <a:bodyPr>
            <a:normAutofit/>
          </a:bodyPr>
          <a:lstStyle/>
          <a:p>
            <a:r>
              <a:rPr lang="en-US" dirty="0"/>
              <a:t>During the lecture, if you do not understand any topic then you must ask the teacher to explain it again. </a:t>
            </a:r>
          </a:p>
          <a:p>
            <a:r>
              <a:rPr lang="en-US" dirty="0"/>
              <a:t>Still if you do not understand then you must go to the Teacher’s room during teacher’s consultation hour. </a:t>
            </a:r>
          </a:p>
          <a:p>
            <a:pPr marL="0" indent="0">
              <a:buNone/>
            </a:pPr>
            <a:endParaRPr lang="en-US" dirty="0"/>
          </a:p>
        </p:txBody>
      </p:sp>
    </p:spTree>
    <p:extLst>
      <p:ext uri="{BB962C8B-B14F-4D97-AF65-F5344CB8AC3E}">
        <p14:creationId xmlns:p14="http://schemas.microsoft.com/office/powerpoint/2010/main" val="29514974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86D27-68F1-47B9-A6E0-2CEAFAEB2F41}"/>
              </a:ext>
            </a:extLst>
          </p:cNvPr>
          <p:cNvSpPr>
            <a:spLocks noGrp="1"/>
          </p:cNvSpPr>
          <p:nvPr>
            <p:ph type="title"/>
          </p:nvPr>
        </p:nvSpPr>
        <p:spPr>
          <a:xfrm>
            <a:off x="572135" y="1684526"/>
            <a:ext cx="3833906" cy="2278772"/>
          </a:xfrm>
        </p:spPr>
        <p:txBody>
          <a:bodyPr/>
          <a:lstStyle/>
          <a:p>
            <a:pPr algn="ctr"/>
            <a:r>
              <a:rPr lang="en-US" dirty="0"/>
              <a:t>Consultation Time</a:t>
            </a:r>
          </a:p>
        </p:txBody>
      </p:sp>
      <p:sp>
        <p:nvSpPr>
          <p:cNvPr id="5" name="Content Placeholder 4">
            <a:extLst>
              <a:ext uri="{FF2B5EF4-FFF2-40B4-BE49-F238E27FC236}">
                <a16:creationId xmlns:a16="http://schemas.microsoft.com/office/drawing/2014/main" id="{51D9DEED-2D7D-4366-94E6-9601C4E12B5B}"/>
              </a:ext>
            </a:extLst>
          </p:cNvPr>
          <p:cNvSpPr>
            <a:spLocks noGrp="1"/>
          </p:cNvSpPr>
          <p:nvPr>
            <p:ph idx="1"/>
          </p:nvPr>
        </p:nvSpPr>
        <p:spPr>
          <a:xfrm>
            <a:off x="5394960" y="358646"/>
            <a:ext cx="6433185" cy="5896056"/>
          </a:xfrm>
        </p:spPr>
        <p:txBody>
          <a:bodyPr>
            <a:normAutofit/>
          </a:bodyPr>
          <a:lstStyle/>
          <a:p>
            <a:pPr marL="0" indent="0" algn="ctr">
              <a:buNone/>
            </a:pPr>
            <a:r>
              <a:rPr lang="en-US" sz="3200" dirty="0">
                <a:solidFill>
                  <a:srgbClr val="FF0000"/>
                </a:solidFill>
              </a:rPr>
              <a:t>Will be shared soon</a:t>
            </a:r>
          </a:p>
        </p:txBody>
      </p:sp>
    </p:spTree>
    <p:extLst>
      <p:ext uri="{BB962C8B-B14F-4D97-AF65-F5344CB8AC3E}">
        <p14:creationId xmlns:p14="http://schemas.microsoft.com/office/powerpoint/2010/main" val="4367559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86D27-68F1-47B9-A6E0-2CEAFAEB2F41}"/>
              </a:ext>
            </a:extLst>
          </p:cNvPr>
          <p:cNvSpPr>
            <a:spLocks noGrp="1"/>
          </p:cNvSpPr>
          <p:nvPr>
            <p:ph type="title"/>
          </p:nvPr>
        </p:nvSpPr>
        <p:spPr>
          <a:xfrm>
            <a:off x="572135" y="1684526"/>
            <a:ext cx="3833906" cy="2278772"/>
          </a:xfrm>
        </p:spPr>
        <p:txBody>
          <a:bodyPr/>
          <a:lstStyle/>
          <a:p>
            <a:pPr algn="ctr"/>
            <a:r>
              <a:rPr lang="en-US" dirty="0"/>
              <a:t>Welcome on Board!!!</a:t>
            </a:r>
          </a:p>
        </p:txBody>
      </p:sp>
      <p:sp>
        <p:nvSpPr>
          <p:cNvPr id="5" name="Content Placeholder 4">
            <a:extLst>
              <a:ext uri="{FF2B5EF4-FFF2-40B4-BE49-F238E27FC236}">
                <a16:creationId xmlns:a16="http://schemas.microsoft.com/office/drawing/2014/main" id="{51D9DEED-2D7D-4366-94E6-9601C4E12B5B}"/>
              </a:ext>
            </a:extLst>
          </p:cNvPr>
          <p:cNvSpPr>
            <a:spLocks noGrp="1"/>
          </p:cNvSpPr>
          <p:nvPr>
            <p:ph idx="1"/>
          </p:nvPr>
        </p:nvSpPr>
        <p:spPr>
          <a:xfrm>
            <a:off x="5394960" y="358646"/>
            <a:ext cx="6433185" cy="5896056"/>
          </a:xfrm>
        </p:spPr>
        <p:txBody>
          <a:bodyPr>
            <a:normAutofit/>
          </a:bodyPr>
          <a:lstStyle/>
          <a:p>
            <a:pPr marL="0" indent="0" algn="just">
              <a:buNone/>
            </a:pPr>
            <a:r>
              <a:rPr lang="en-US" sz="3200" dirty="0">
                <a:solidFill>
                  <a:schemeClr val="tx1"/>
                </a:solidFill>
              </a:rPr>
              <a:t>Md. Mazid-Ul-Haque</a:t>
            </a:r>
          </a:p>
          <a:p>
            <a:pPr marL="0" indent="0" algn="just">
              <a:buNone/>
            </a:pPr>
            <a:r>
              <a:rPr lang="en-US" sz="3200" dirty="0">
                <a:solidFill>
                  <a:schemeClr val="tx1"/>
                </a:solidFill>
              </a:rPr>
              <a:t>Lecturer</a:t>
            </a:r>
          </a:p>
          <a:p>
            <a:pPr marL="0" indent="0" algn="just">
              <a:buNone/>
            </a:pPr>
            <a:r>
              <a:rPr lang="en-US" sz="3200" dirty="0">
                <a:solidFill>
                  <a:schemeClr val="tx1"/>
                </a:solidFill>
              </a:rPr>
              <a:t>Department of CS, FST</a:t>
            </a:r>
          </a:p>
          <a:p>
            <a:pPr marL="0" indent="0" algn="just">
              <a:buNone/>
            </a:pPr>
            <a:r>
              <a:rPr lang="en-US" sz="3200" dirty="0">
                <a:solidFill>
                  <a:schemeClr val="tx1"/>
                </a:solidFill>
              </a:rPr>
              <a:t>AIUB</a:t>
            </a:r>
          </a:p>
          <a:p>
            <a:pPr marL="0" indent="0" algn="just">
              <a:buNone/>
            </a:pPr>
            <a:r>
              <a:rPr lang="en-US" sz="3200" dirty="0">
                <a:solidFill>
                  <a:schemeClr val="tx1"/>
                </a:solidFill>
              </a:rPr>
              <a:t>Room: DN0125 </a:t>
            </a:r>
          </a:p>
          <a:p>
            <a:pPr marL="0" indent="0" algn="just">
              <a:buNone/>
            </a:pPr>
            <a:r>
              <a:rPr lang="en-US" sz="3200" dirty="0">
                <a:solidFill>
                  <a:schemeClr val="tx1"/>
                </a:solidFill>
              </a:rPr>
              <a:t>Email: mazid@aiub.edu</a:t>
            </a:r>
          </a:p>
        </p:txBody>
      </p:sp>
    </p:spTree>
    <p:extLst>
      <p:ext uri="{BB962C8B-B14F-4D97-AF65-F5344CB8AC3E}">
        <p14:creationId xmlns:p14="http://schemas.microsoft.com/office/powerpoint/2010/main" val="3018554408"/>
      </p:ext>
    </p:extLst>
  </p:cSld>
  <p:clrMapOvr>
    <a:masterClrMapping/>
  </p:clrMapOvr>
</p:sld>
</file>

<file path=ppt/theme/theme1.xml><?xml version="1.0" encoding="utf-8"?>
<a:theme xmlns:a="http://schemas.openxmlformats.org/drawingml/2006/main" name="Headlines">
  <a:themeElements>
    <a:clrScheme name="Headlines">
      <a:dk1>
        <a:sysClr val="windowText" lastClr="000000"/>
      </a:dk1>
      <a:lt1>
        <a:sysClr val="window" lastClr="FFFFFF"/>
      </a:lt1>
      <a:dk2>
        <a:srgbClr val="1D1A1D"/>
      </a:dk2>
      <a:lt2>
        <a:srgbClr val="F5F5F5"/>
      </a:lt2>
      <a:accent1>
        <a:srgbClr val="439EB7"/>
      </a:accent1>
      <a:accent2>
        <a:srgbClr val="E28B55"/>
      </a:accent2>
      <a:accent3>
        <a:srgbClr val="DCB64D"/>
      </a:accent3>
      <a:accent4>
        <a:srgbClr val="4CA198"/>
      </a:accent4>
      <a:accent5>
        <a:srgbClr val="835B82"/>
      </a:accent5>
      <a:accent6>
        <a:srgbClr val="645135"/>
      </a:accent6>
      <a:hlink>
        <a:srgbClr val="439EB7"/>
      </a:hlink>
      <a:folHlink>
        <a:srgbClr val="835B82"/>
      </a:folHlink>
    </a:clrScheme>
    <a:fontScheme name="Custom 5">
      <a:majorFont>
        <a:latin typeface="Franklin Gothic Demi"/>
        <a:ea typeface=""/>
        <a:cs typeface=""/>
      </a:majorFont>
      <a:minorFont>
        <a:latin typeface="Franklin Gothic Medium"/>
        <a:ea typeface=""/>
        <a:cs typeface=""/>
      </a:minorFont>
    </a:fontScheme>
    <a:fmtScheme name="Headlines">
      <a:fillStyleLst>
        <a:solidFill>
          <a:schemeClr val="phClr"/>
        </a:solidFill>
        <a:solidFill>
          <a:schemeClr val="phClr">
            <a:tint val="67000"/>
            <a:satMod val="105000"/>
          </a:schemeClr>
        </a:solidFill>
        <a:gradFill rotWithShape="1">
          <a:gsLst>
            <a:gs pos="0">
              <a:schemeClr val="phClr">
                <a:tint val="100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6350" cap="flat" cmpd="sng" algn="in">
          <a:solidFill>
            <a:schemeClr val="phClr"/>
          </a:solidFill>
          <a:prstDash val="solid"/>
        </a:ln>
        <a:ln w="12700" cap="flat" cmpd="sng" algn="in">
          <a:solidFill>
            <a:schemeClr val="phClr"/>
          </a:solidFill>
          <a:prstDash val="solid"/>
        </a:ln>
        <a:ln w="19050" cap="flat" cmpd="sng" algn="in">
          <a:solidFill>
            <a:schemeClr val="phClr">
              <a:satMod val="150000"/>
            </a:schemeClr>
          </a:solidFill>
          <a:prstDash val="solid"/>
        </a:ln>
      </a:lnStyleLst>
      <a:effectStyleLst>
        <a:effectStyle>
          <a:effectLst/>
        </a:effectStyle>
        <a:effectStyle>
          <a:effectLst/>
        </a:effectStyle>
        <a:effectStyle>
          <a:effectLst>
            <a:innerShdw blurRad="88900" dist="25400" dir="10800000">
              <a:srgbClr val="000000">
                <a:alpha val="25000"/>
              </a:srgbClr>
            </a:innerShdw>
            <a:outerShdw blurRad="25400" dist="25400" dir="5400000" rotWithShape="0">
              <a:srgbClr val="FFFFFF">
                <a:alpha val="1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spDef>
      <a:spPr>
        <a:solidFill>
          <a:schemeClr val="bg1"/>
        </a:solidFill>
        <a:ln w="57150">
          <a:noFill/>
        </a:ln>
        <a:effectLst>
          <a:outerShdw blurRad="63500" sx="102000" sy="102000" algn="ctr" rotWithShape="0">
            <a:prstClr val="black">
              <a:alpha val="40000"/>
            </a:prstClr>
          </a:outerShdw>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F33527777_Safety procedures_RVA_v4" id="{94FF351A-4B06-4881-8D26-DC6D64B3CFD2}" vid="{E8C023A2-25EA-47E0-92DC-6E1BD008E94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85429E6-13D0-4D69-B2AD-EDA3074FAB41}">
  <we:reference id="wa104381063" version="1.0.0.0" store="en-US" storeType="OMEX"/>
  <we:alternateReferences>
    <we:reference id="wa104381063" version="1.0.0.0" store=""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E34F36449696C4D9A39A602A84CD659" ma:contentTypeVersion="2" ma:contentTypeDescription="Create a new document." ma:contentTypeScope="" ma:versionID="59d0560e39f12cef339de385b95781a9">
  <xsd:schema xmlns:xsd="http://www.w3.org/2001/XMLSchema" xmlns:xs="http://www.w3.org/2001/XMLSchema" xmlns:p="http://schemas.microsoft.com/office/2006/metadata/properties" xmlns:ns2="d2759a66-45ac-4dcc-97a7-1d1447a6f8ca" targetNamespace="http://schemas.microsoft.com/office/2006/metadata/properties" ma:root="true" ma:fieldsID="9108f46eeb2257c471bc6d348b8541f4" ns2:_="">
    <xsd:import namespace="d2759a66-45ac-4dcc-97a7-1d1447a6f8ca"/>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2759a66-45ac-4dcc-97a7-1d1447a6f8c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AD5E661-3EE1-41CF-8A66-11B1BA3777B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2759a66-45ac-4dcc-97a7-1d1447a6f8c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CF39AE0-32C9-4F1D-B08C-0B8B9BAFC18D}">
  <ds:schemaRefs>
    <ds:schemaRef ds:uri="http://schemas.microsoft.com/office/2006/metadata/properties"/>
    <ds:schemaRef ds:uri="http://schemas.microsoft.com/office/2006/documentManagement/types"/>
    <ds:schemaRef ds:uri="http://schemas.microsoft.com/office/infopath/2007/PartnerControls"/>
    <ds:schemaRef ds:uri="http://www.w3.org/XML/1998/namespace"/>
    <ds:schemaRef ds:uri="http://purl.org/dc/dcmitype/"/>
    <ds:schemaRef ds:uri="http://purl.org/dc/terms/"/>
    <ds:schemaRef ds:uri="http://schemas.openxmlformats.org/package/2006/metadata/core-properties"/>
    <ds:schemaRef ds:uri="16c05727-aa75-4e4a-9b5f-8a80a1165891"/>
    <ds:schemaRef ds:uri="71af3243-3dd4-4a8d-8c0d-dd76da1f02a5"/>
    <ds:schemaRef ds:uri="http://purl.org/dc/elements/1.1/"/>
  </ds:schemaRefs>
</ds:datastoreItem>
</file>

<file path=customXml/itemProps3.xml><?xml version="1.0" encoding="utf-8"?>
<ds:datastoreItem xmlns:ds="http://schemas.openxmlformats.org/officeDocument/2006/customXml" ds:itemID="{246B2BE6-8FE9-4318-AA40-8F70CEED609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Safety procedures</Template>
  <TotalTime>0</TotalTime>
  <Words>1739</Words>
  <Application>Microsoft Office PowerPoint</Application>
  <PresentationFormat>Widescreen</PresentationFormat>
  <Paragraphs>168</Paragraphs>
  <Slides>24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Calibri</vt:lpstr>
      <vt:lpstr>Corbel</vt:lpstr>
      <vt:lpstr>Franklin Gothic Demi</vt:lpstr>
      <vt:lpstr>Franklin Gothic Medium</vt:lpstr>
      <vt:lpstr>Times New Roman</vt:lpstr>
      <vt:lpstr>Headlines</vt:lpstr>
      <vt:lpstr>Welcome  to  CSC 1102::Introduction to Programming Dept. of computer science faculty of science and technology American international university Bangladesh</vt:lpstr>
      <vt:lpstr>Vision of AIUB</vt:lpstr>
      <vt:lpstr>Mission of AIUB</vt:lpstr>
      <vt:lpstr>Goals of AIUB</vt:lpstr>
      <vt:lpstr>Goals of AIUB</vt:lpstr>
      <vt:lpstr>Few Rules of AIUB</vt:lpstr>
      <vt:lpstr>Welcome to Dept of. CS</vt:lpstr>
      <vt:lpstr>Goals of CS</vt:lpstr>
      <vt:lpstr>Welcome to the world of Programming!!</vt:lpstr>
      <vt:lpstr>Course Objectives</vt:lpstr>
      <vt:lpstr>Knowledge Required </vt:lpstr>
      <vt:lpstr>Why this course??</vt:lpstr>
      <vt:lpstr>Course Policy</vt:lpstr>
      <vt:lpstr>Course policy</vt:lpstr>
      <vt:lpstr>Evaluation (3 cr Theory)</vt:lpstr>
      <vt:lpstr>Evaluation (1 cr Lab)</vt:lpstr>
      <vt:lpstr>Class room Policy</vt:lpstr>
      <vt:lpstr>Class room Policy</vt:lpstr>
      <vt:lpstr>Grading Policy</vt:lpstr>
      <vt:lpstr>Grading Policy</vt:lpstr>
      <vt:lpstr>Dropping the course</vt:lpstr>
      <vt:lpstr>Consultation with Teacher</vt:lpstr>
      <vt:lpstr>Consultation Time</vt:lpstr>
      <vt:lpstr>Welcome on Board!!!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CSC 1102::Introduction to Programming Dept. of computer science faculty of science and technology American international university Bangladesh</dc:title>
  <dc:creator/>
  <cp:lastModifiedBy/>
  <cp:revision>6</cp:revision>
  <dcterms:created xsi:type="dcterms:W3CDTF">2019-05-16T01:34:20Z</dcterms:created>
  <dcterms:modified xsi:type="dcterms:W3CDTF">2023-01-20T17:12:15Z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0x010100BE34F36449696C4D9A39A602A84CD659</vt:lpwstr>
  </property>
</Properties>
</file>
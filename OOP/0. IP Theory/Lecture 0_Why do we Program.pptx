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88" r:id="rId6"/>
    <p:sldId id="289" r:id="rId7"/>
    <p:sldId id="275" r:id="rId8"/>
    <p:sldId id="287" r:id="rId9"/>
    <p:sldId id="290" r:id="rId10"/>
    <p:sldId id="291" r:id="rId11"/>
    <p:sldId id="292" r:id="rId12"/>
    <p:sldId id="293" r:id="rId13"/>
    <p:sldId id="294" r:id="rId14"/>
    <p:sldId id="295" r:id="rId15"/>
    <p:sldId id="28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7979"/>
    <a:srgbClr val="FF9900"/>
    <a:srgbClr val="9933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WSIF AHMED" userId="S::25-61613-1@student.aiub.edu::e264c51f-4654-4b3b-9ce6-de622960e6a3" providerId="AD" clId="Web-{4F47BD78-A330-1D57-41DD-639996E5E517}"/>
    <pc:docChg chg="modSld">
      <pc:chgData name="TAWSIF AHMED" userId="S::25-61613-1@student.aiub.edu::e264c51f-4654-4b3b-9ce6-de622960e6a3" providerId="AD" clId="Web-{4F47BD78-A330-1D57-41DD-639996E5E517}" dt="2025-05-12T18:18:35.492" v="1"/>
      <pc:docMkLst>
        <pc:docMk/>
      </pc:docMkLst>
      <pc:sldChg chg="addSp delSp">
        <pc:chgData name="TAWSIF AHMED" userId="S::25-61613-1@student.aiub.edu::e264c51f-4654-4b3b-9ce6-de622960e6a3" providerId="AD" clId="Web-{4F47BD78-A330-1D57-41DD-639996E5E517}" dt="2025-05-12T18:18:35.492" v="1"/>
        <pc:sldMkLst>
          <pc:docMk/>
          <pc:sldMk cId="90454655" sldId="286"/>
        </pc:sldMkLst>
      </pc:sldChg>
    </pc:docChg>
  </pc:docChgLst>
  <pc:docChgLst>
    <pc:chgData name="MD NASIM KHAN" userId="S::25-61519-1@student.aiub.edu::e540157a-444c-446e-9653-6ec902cac196" providerId="AD" clId="Web-{06753A9E-E24B-B99E-ED62-23D4E6D0CF07}"/>
    <pc:docChg chg="sldOrd">
      <pc:chgData name="MD NASIM KHAN" userId="S::25-61519-1@student.aiub.edu::e540157a-444c-446e-9653-6ec902cac196" providerId="AD" clId="Web-{06753A9E-E24B-B99E-ED62-23D4E6D0CF07}" dt="2025-06-23T03:43:00.928" v="0"/>
      <pc:docMkLst>
        <pc:docMk/>
      </pc:docMkLst>
      <pc:sldChg chg="ord">
        <pc:chgData name="MD NASIM KHAN" userId="S::25-61519-1@student.aiub.edu::e540157a-444c-446e-9653-6ec902cac196" providerId="AD" clId="Web-{06753A9E-E24B-B99E-ED62-23D4E6D0CF07}" dt="2025-06-23T03:43:00.928" v="0"/>
        <pc:sldMkLst>
          <pc:docMk/>
          <pc:sldMk cId="2615456824" sldId="303"/>
        </pc:sldMkLst>
      </pc:sldChg>
    </pc:docChg>
  </pc:docChgLst>
  <pc:docChgLst>
    <pc:chgData name="Mashiour Rahman" userId="7490e89d-d9ae-4193-b86a-11379f02786a" providerId="ADAL" clId="{9153C413-E555-4BC8-B945-75CD0EC1305C}"/>
    <pc:docChg chg="undo redo custSel addSld delSld modSld sldOrd">
      <pc:chgData name="Mashiour Rahman" userId="7490e89d-d9ae-4193-b86a-11379f02786a" providerId="ADAL" clId="{9153C413-E555-4BC8-B945-75CD0EC1305C}" dt="2025-04-27T08:37:49.549" v="14096" actId="207"/>
      <pc:docMkLst>
        <pc:docMk/>
      </pc:docMkLst>
      <pc:sldChg chg="addSp delSp modSp mod">
        <pc:chgData name="Mashiour Rahman" userId="7490e89d-d9ae-4193-b86a-11379f02786a" providerId="ADAL" clId="{9153C413-E555-4BC8-B945-75CD0EC1305C}" dt="2025-04-16T02:56:33.269" v="5" actId="20577"/>
        <pc:sldMkLst>
          <pc:docMk/>
          <pc:sldMk cId="700707328" sldId="256"/>
        </pc:sldMkLst>
      </pc:sldChg>
      <pc:sldChg chg="modSp mod">
        <pc:chgData name="Mashiour Rahman" userId="7490e89d-d9ae-4193-b86a-11379f02786a" providerId="ADAL" clId="{9153C413-E555-4BC8-B945-75CD0EC1305C}" dt="2025-04-17T08:45:21.611" v="9030" actId="207"/>
        <pc:sldMkLst>
          <pc:docMk/>
          <pc:sldMk cId="962445011" sldId="257"/>
        </pc:sldMkLst>
      </pc:sldChg>
      <pc:sldChg chg="modSp del mod">
        <pc:chgData name="Mashiour Rahman" userId="7490e89d-d9ae-4193-b86a-11379f02786a" providerId="ADAL" clId="{9153C413-E555-4BC8-B945-75CD0EC1305C}" dt="2025-04-16T05:11:25.605" v="1697" actId="47"/>
        <pc:sldMkLst>
          <pc:docMk/>
          <pc:sldMk cId="118805174" sldId="258"/>
        </pc:sldMkLst>
      </pc:sldChg>
      <pc:sldChg chg="add del">
        <pc:chgData name="Mashiour Rahman" userId="7490e89d-d9ae-4193-b86a-11379f02786a" providerId="ADAL" clId="{9153C413-E555-4BC8-B945-75CD0EC1305C}" dt="2025-04-19T09:48:13.431" v="11644" actId="47"/>
        <pc:sldMkLst>
          <pc:docMk/>
          <pc:sldMk cId="3060351563" sldId="258"/>
        </pc:sldMkLst>
      </pc:sldChg>
      <pc:sldChg chg="del">
        <pc:chgData name="Mashiour Rahman" userId="7490e89d-d9ae-4193-b86a-11379f02786a" providerId="ADAL" clId="{9153C413-E555-4BC8-B945-75CD0EC1305C}" dt="2025-04-16T05:12:02.276" v="1698" actId="47"/>
        <pc:sldMkLst>
          <pc:docMk/>
          <pc:sldMk cId="749382635" sldId="259"/>
        </pc:sldMkLst>
      </pc:sldChg>
      <pc:sldChg chg="modSp add del mod">
        <pc:chgData name="Mashiour Rahman" userId="7490e89d-d9ae-4193-b86a-11379f02786a" providerId="ADAL" clId="{9153C413-E555-4BC8-B945-75CD0EC1305C}" dt="2025-04-19T09:48:19.822" v="11645" actId="47"/>
        <pc:sldMkLst>
          <pc:docMk/>
          <pc:sldMk cId="3472876803" sldId="259"/>
        </pc:sldMkLst>
      </pc:sldChg>
      <pc:sldChg chg="del">
        <pc:chgData name="Mashiour Rahman" userId="7490e89d-d9ae-4193-b86a-11379f02786a" providerId="ADAL" clId="{9153C413-E555-4BC8-B945-75CD0EC1305C}" dt="2025-04-16T05:20:56.324" v="1845" actId="47"/>
        <pc:sldMkLst>
          <pc:docMk/>
          <pc:sldMk cId="2188885219" sldId="260"/>
        </pc:sldMkLst>
      </pc:sldChg>
      <pc:sldChg chg="del">
        <pc:chgData name="Mashiour Rahman" userId="7490e89d-d9ae-4193-b86a-11379f02786a" providerId="ADAL" clId="{9153C413-E555-4BC8-B945-75CD0EC1305C}" dt="2025-04-16T06:32:54.249" v="2645" actId="47"/>
        <pc:sldMkLst>
          <pc:docMk/>
          <pc:sldMk cId="2548698853" sldId="261"/>
        </pc:sldMkLst>
      </pc:sldChg>
      <pc:sldChg chg="addSp delSp modSp mod delAnim modAnim">
        <pc:chgData name="Mashiour Rahman" userId="7490e89d-d9ae-4193-b86a-11379f02786a" providerId="ADAL" clId="{9153C413-E555-4BC8-B945-75CD0EC1305C}" dt="2025-04-27T08:35:33.256" v="14085" actId="115"/>
        <pc:sldMkLst>
          <pc:docMk/>
          <pc:sldMk cId="1280737913" sldId="262"/>
        </pc:sldMkLst>
      </pc:sldChg>
      <pc:sldChg chg="addSp delSp modSp mod">
        <pc:chgData name="Mashiour Rahman" userId="7490e89d-d9ae-4193-b86a-11379f02786a" providerId="ADAL" clId="{9153C413-E555-4BC8-B945-75CD0EC1305C}" dt="2025-04-27T08:36:24.735" v="14090" actId="313"/>
        <pc:sldMkLst>
          <pc:docMk/>
          <pc:sldMk cId="2464919822" sldId="263"/>
        </pc:sldMkLst>
      </pc:sldChg>
      <pc:sldChg chg="delSp modSp mod modAnim">
        <pc:chgData name="Mashiour Rahman" userId="7490e89d-d9ae-4193-b86a-11379f02786a" providerId="ADAL" clId="{9153C413-E555-4BC8-B945-75CD0EC1305C}" dt="2025-04-27T07:40:43.953" v="13997" actId="207"/>
        <pc:sldMkLst>
          <pc:docMk/>
          <pc:sldMk cId="1425348703" sldId="264"/>
        </pc:sldMkLst>
      </pc:sldChg>
      <pc:sldChg chg="addSp modSp add del mod modAnim">
        <pc:chgData name="Mashiour Rahman" userId="7490e89d-d9ae-4193-b86a-11379f02786a" providerId="ADAL" clId="{9153C413-E555-4BC8-B945-75CD0EC1305C}" dt="2025-04-27T07:48:28.350" v="14049"/>
        <pc:sldMkLst>
          <pc:docMk/>
          <pc:sldMk cId="1808891348" sldId="265"/>
        </pc:sldMkLst>
      </pc:sldChg>
      <pc:sldChg chg="add del">
        <pc:chgData name="Mashiour Rahman" userId="7490e89d-d9ae-4193-b86a-11379f02786a" providerId="ADAL" clId="{9153C413-E555-4BC8-B945-75CD0EC1305C}" dt="2025-04-20T05:44:19.670" v="13045" actId="47"/>
        <pc:sldMkLst>
          <pc:docMk/>
          <pc:sldMk cId="995314251" sldId="266"/>
        </pc:sldMkLst>
      </pc:sldChg>
      <pc:sldChg chg="del">
        <pc:chgData name="Mashiour Rahman" userId="7490e89d-d9ae-4193-b86a-11379f02786a" providerId="ADAL" clId="{9153C413-E555-4BC8-B945-75CD0EC1305C}" dt="2025-04-16T06:34:37.345" v="2646" actId="2696"/>
        <pc:sldMkLst>
          <pc:docMk/>
          <pc:sldMk cId="1686257503" sldId="266"/>
        </pc:sldMkLst>
      </pc:sldChg>
      <pc:sldChg chg="add del">
        <pc:chgData name="Mashiour Rahman" userId="7490e89d-d9ae-4193-b86a-11379f02786a" providerId="ADAL" clId="{9153C413-E555-4BC8-B945-75CD0EC1305C}" dt="2025-04-20T06:12:15.459" v="13456" actId="47"/>
        <pc:sldMkLst>
          <pc:docMk/>
          <pc:sldMk cId="2330605085" sldId="267"/>
        </pc:sldMkLst>
      </pc:sldChg>
      <pc:sldChg chg="del">
        <pc:chgData name="Mashiour Rahman" userId="7490e89d-d9ae-4193-b86a-11379f02786a" providerId="ADAL" clId="{9153C413-E555-4BC8-B945-75CD0EC1305C}" dt="2025-04-16T06:34:37.345" v="2646" actId="2696"/>
        <pc:sldMkLst>
          <pc:docMk/>
          <pc:sldMk cId="3850672446" sldId="267"/>
        </pc:sldMkLst>
      </pc:sldChg>
      <pc:sldChg chg="add del">
        <pc:chgData name="Mashiour Rahman" userId="7490e89d-d9ae-4193-b86a-11379f02786a" providerId="ADAL" clId="{9153C413-E555-4BC8-B945-75CD0EC1305C}" dt="2025-04-20T05:44:43.311" v="13046" actId="47"/>
        <pc:sldMkLst>
          <pc:docMk/>
          <pc:sldMk cId="3035015591" sldId="268"/>
        </pc:sldMkLst>
      </pc:sldChg>
      <pc:sldChg chg="del">
        <pc:chgData name="Mashiour Rahman" userId="7490e89d-d9ae-4193-b86a-11379f02786a" providerId="ADAL" clId="{9153C413-E555-4BC8-B945-75CD0EC1305C}" dt="2025-04-16T10:43:20.569" v="5729" actId="47"/>
        <pc:sldMkLst>
          <pc:docMk/>
          <pc:sldMk cId="3884169898" sldId="268"/>
        </pc:sldMkLst>
      </pc:sldChg>
      <pc:sldChg chg="del">
        <pc:chgData name="Mashiour Rahman" userId="7490e89d-d9ae-4193-b86a-11379f02786a" providerId="ADAL" clId="{9153C413-E555-4BC8-B945-75CD0EC1305C}" dt="2025-04-16T10:45:12.195" v="5743" actId="47"/>
        <pc:sldMkLst>
          <pc:docMk/>
          <pc:sldMk cId="3046865904" sldId="269"/>
        </pc:sldMkLst>
      </pc:sldChg>
      <pc:sldChg chg="del">
        <pc:chgData name="Mashiour Rahman" userId="7490e89d-d9ae-4193-b86a-11379f02786a" providerId="ADAL" clId="{9153C413-E555-4BC8-B945-75CD0EC1305C}" dt="2025-04-16T10:45:45.121" v="5744" actId="47"/>
        <pc:sldMkLst>
          <pc:docMk/>
          <pc:sldMk cId="1484361918" sldId="270"/>
        </pc:sldMkLst>
      </pc:sldChg>
      <pc:sldChg chg="del">
        <pc:chgData name="Mashiour Rahman" userId="7490e89d-d9ae-4193-b86a-11379f02786a" providerId="ADAL" clId="{9153C413-E555-4BC8-B945-75CD0EC1305C}" dt="2025-04-16T10:46:05.239" v="5745" actId="2696"/>
        <pc:sldMkLst>
          <pc:docMk/>
          <pc:sldMk cId="2512680858" sldId="271"/>
        </pc:sldMkLst>
      </pc:sldChg>
      <pc:sldChg chg="modSp add del mod ord">
        <pc:chgData name="Mashiour Rahman" userId="7490e89d-d9ae-4193-b86a-11379f02786a" providerId="ADAL" clId="{9153C413-E555-4BC8-B945-75CD0EC1305C}" dt="2025-04-19T06:19:53.005" v="9588" actId="47"/>
        <pc:sldMkLst>
          <pc:docMk/>
          <pc:sldMk cId="0" sldId="272"/>
        </pc:sldMkLst>
      </pc:sldChg>
      <pc:sldChg chg="del">
        <pc:chgData name="Mashiour Rahman" userId="7490e89d-d9ae-4193-b86a-11379f02786a" providerId="ADAL" clId="{9153C413-E555-4BC8-B945-75CD0EC1305C}" dt="2025-04-16T10:46:05.239" v="5745" actId="2696"/>
        <pc:sldMkLst>
          <pc:docMk/>
          <pc:sldMk cId="3972844128" sldId="272"/>
        </pc:sldMkLst>
      </pc:sldChg>
      <pc:sldChg chg="modSp add del mod ord">
        <pc:chgData name="Mashiour Rahman" userId="7490e89d-d9ae-4193-b86a-11379f02786a" providerId="ADAL" clId="{9153C413-E555-4BC8-B945-75CD0EC1305C}" dt="2025-04-19T06:28:03.420" v="9769" actId="47"/>
        <pc:sldMkLst>
          <pc:docMk/>
          <pc:sldMk cId="0" sldId="273"/>
        </pc:sldMkLst>
      </pc:sldChg>
      <pc:sldChg chg="del">
        <pc:chgData name="Mashiour Rahman" userId="7490e89d-d9ae-4193-b86a-11379f02786a" providerId="ADAL" clId="{9153C413-E555-4BC8-B945-75CD0EC1305C}" dt="2025-04-16T10:46:05.239" v="5745" actId="2696"/>
        <pc:sldMkLst>
          <pc:docMk/>
          <pc:sldMk cId="646118250" sldId="273"/>
        </pc:sldMkLst>
      </pc:sldChg>
      <pc:sldChg chg="modSp add del mod ord">
        <pc:chgData name="Mashiour Rahman" userId="7490e89d-d9ae-4193-b86a-11379f02786a" providerId="ADAL" clId="{9153C413-E555-4BC8-B945-75CD0EC1305C}" dt="2025-04-19T06:28:10.395" v="9770" actId="47"/>
        <pc:sldMkLst>
          <pc:docMk/>
          <pc:sldMk cId="0" sldId="274"/>
        </pc:sldMkLst>
      </pc:sldChg>
      <pc:sldChg chg="del">
        <pc:chgData name="Mashiour Rahman" userId="7490e89d-d9ae-4193-b86a-11379f02786a" providerId="ADAL" clId="{9153C413-E555-4BC8-B945-75CD0EC1305C}" dt="2025-04-16T10:46:05.239" v="5745" actId="2696"/>
        <pc:sldMkLst>
          <pc:docMk/>
          <pc:sldMk cId="338355735" sldId="274"/>
        </pc:sldMkLst>
      </pc:sldChg>
      <pc:sldChg chg="modSp add mod modAnim">
        <pc:chgData name="Mashiour Rahman" userId="7490e89d-d9ae-4193-b86a-11379f02786a" providerId="ADAL" clId="{9153C413-E555-4BC8-B945-75CD0EC1305C}" dt="2025-04-27T08:35:20.267" v="14077" actId="207"/>
        <pc:sldMkLst>
          <pc:docMk/>
          <pc:sldMk cId="1058491356" sldId="275"/>
        </pc:sldMkLst>
      </pc:sldChg>
      <pc:sldChg chg="modSp add del mod">
        <pc:chgData name="Mashiour Rahman" userId="7490e89d-d9ae-4193-b86a-11379f02786a" providerId="ADAL" clId="{9153C413-E555-4BC8-B945-75CD0EC1305C}" dt="2025-04-19T08:38:16.609" v="10976" actId="47"/>
        <pc:sldMkLst>
          <pc:docMk/>
          <pc:sldMk cId="0" sldId="277"/>
        </pc:sldMkLst>
      </pc:sldChg>
      <pc:sldChg chg="add del">
        <pc:chgData name="Mashiour Rahman" userId="7490e89d-d9ae-4193-b86a-11379f02786a" providerId="ADAL" clId="{9153C413-E555-4BC8-B945-75CD0EC1305C}" dt="2025-04-17T04:37:11.630" v="7550" actId="47"/>
        <pc:sldMkLst>
          <pc:docMk/>
          <pc:sldMk cId="1337223427" sldId="284"/>
        </pc:sldMkLst>
      </pc:sldChg>
      <pc:sldChg chg="add del">
        <pc:chgData name="Mashiour Rahman" userId="7490e89d-d9ae-4193-b86a-11379f02786a" providerId="ADAL" clId="{9153C413-E555-4BC8-B945-75CD0EC1305C}" dt="2025-04-17T06:48:17.039" v="8838" actId="47"/>
        <pc:sldMkLst>
          <pc:docMk/>
          <pc:sldMk cId="2677056827" sldId="285"/>
        </pc:sldMkLst>
      </pc:sldChg>
      <pc:sldChg chg="addSp delSp modSp add mod ord delAnim modAnim">
        <pc:chgData name="Mashiour Rahman" userId="7490e89d-d9ae-4193-b86a-11379f02786a" providerId="ADAL" clId="{9153C413-E555-4BC8-B945-75CD0EC1305C}" dt="2025-04-16T05:02:48.209" v="1458" actId="20577"/>
        <pc:sldMkLst>
          <pc:docMk/>
          <pc:sldMk cId="90454655" sldId="286"/>
        </pc:sldMkLst>
      </pc:sldChg>
      <pc:sldChg chg="addSp delSp modSp add del mod delAnim modAnim">
        <pc:chgData name="Mashiour Rahman" userId="7490e89d-d9ae-4193-b86a-11379f02786a" providerId="ADAL" clId="{9153C413-E555-4BC8-B945-75CD0EC1305C}" dt="2025-04-16T10:22:23.064" v="5476" actId="47"/>
        <pc:sldMkLst>
          <pc:docMk/>
          <pc:sldMk cId="933163658" sldId="287"/>
        </pc:sldMkLst>
      </pc:sldChg>
      <pc:sldChg chg="add del">
        <pc:chgData name="Mashiour Rahman" userId="7490e89d-d9ae-4193-b86a-11379f02786a" providerId="ADAL" clId="{9153C413-E555-4BC8-B945-75CD0EC1305C}" dt="2025-04-16T07:58:00.617" v="3043" actId="47"/>
        <pc:sldMkLst>
          <pc:docMk/>
          <pc:sldMk cId="3601668731" sldId="287"/>
        </pc:sldMkLst>
      </pc:sldChg>
      <pc:sldChg chg="addSp delSp modSp add mod modAnim">
        <pc:chgData name="Mashiour Rahman" userId="7490e89d-d9ae-4193-b86a-11379f02786a" providerId="ADAL" clId="{9153C413-E555-4BC8-B945-75CD0EC1305C}" dt="2025-04-27T08:37:29.922" v="14094" actId="207"/>
        <pc:sldMkLst>
          <pc:docMk/>
          <pc:sldMk cId="173904702" sldId="288"/>
        </pc:sldMkLst>
      </pc:sldChg>
      <pc:sldChg chg="modSp add del mod">
        <pc:chgData name="Mashiour Rahman" userId="7490e89d-d9ae-4193-b86a-11379f02786a" providerId="ADAL" clId="{9153C413-E555-4BC8-B945-75CD0EC1305C}" dt="2025-04-16T07:16:28.315" v="2653" actId="47"/>
        <pc:sldMkLst>
          <pc:docMk/>
          <pc:sldMk cId="3232964820" sldId="288"/>
        </pc:sldMkLst>
      </pc:sldChg>
      <pc:sldChg chg="add del">
        <pc:chgData name="Mashiour Rahman" userId="7490e89d-d9ae-4193-b86a-11379f02786a" providerId="ADAL" clId="{9153C413-E555-4BC8-B945-75CD0EC1305C}" dt="2025-04-16T10:32:03.738" v="5581" actId="47"/>
        <pc:sldMkLst>
          <pc:docMk/>
          <pc:sldMk cId="2513277836" sldId="289"/>
        </pc:sldMkLst>
      </pc:sldChg>
      <pc:sldChg chg="addSp delSp modSp add del mod delAnim modAnim">
        <pc:chgData name="Mashiour Rahman" userId="7490e89d-d9ae-4193-b86a-11379f02786a" providerId="ADAL" clId="{9153C413-E555-4BC8-B945-75CD0EC1305C}" dt="2025-04-16T10:31:58.802" v="5580" actId="47"/>
        <pc:sldMkLst>
          <pc:docMk/>
          <pc:sldMk cId="3325550884" sldId="290"/>
        </pc:sldMkLst>
      </pc:sldChg>
      <pc:sldChg chg="addSp delSp modSp add mod modAnim">
        <pc:chgData name="Mashiour Rahman" userId="7490e89d-d9ae-4193-b86a-11379f02786a" providerId="ADAL" clId="{9153C413-E555-4BC8-B945-75CD0EC1305C}" dt="2025-04-27T08:37:49.549" v="14096" actId="207"/>
        <pc:sldMkLst>
          <pc:docMk/>
          <pc:sldMk cId="2544990173" sldId="291"/>
        </pc:sldMkLst>
      </pc:sldChg>
      <pc:sldChg chg="addSp delSp modSp new mod modAnim">
        <pc:chgData name="Mashiour Rahman" userId="7490e89d-d9ae-4193-b86a-11379f02786a" providerId="ADAL" clId="{9153C413-E555-4BC8-B945-75CD0EC1305C}" dt="2025-04-27T07:25:37.735" v="13945" actId="207"/>
        <pc:sldMkLst>
          <pc:docMk/>
          <pc:sldMk cId="3081079439" sldId="292"/>
        </pc:sldMkLst>
      </pc:sldChg>
      <pc:sldChg chg="new del">
        <pc:chgData name="Mashiour Rahman" userId="7490e89d-d9ae-4193-b86a-11379f02786a" providerId="ADAL" clId="{9153C413-E555-4BC8-B945-75CD0EC1305C}" dt="2025-04-16T15:48:54.381" v="5821" actId="47"/>
        <pc:sldMkLst>
          <pc:docMk/>
          <pc:sldMk cId="3573201362" sldId="292"/>
        </pc:sldMkLst>
      </pc:sldChg>
      <pc:sldChg chg="addSp modSp add mod ord">
        <pc:chgData name="Mashiour Rahman" userId="7490e89d-d9ae-4193-b86a-11379f02786a" providerId="ADAL" clId="{9153C413-E555-4BC8-B945-75CD0EC1305C}" dt="2025-04-27T07:54:02.740" v="14063" actId="207"/>
        <pc:sldMkLst>
          <pc:docMk/>
          <pc:sldMk cId="342952623" sldId="293"/>
        </pc:sldMkLst>
      </pc:sldChg>
      <pc:sldChg chg="addSp delSp modSp add mod ord">
        <pc:chgData name="Mashiour Rahman" userId="7490e89d-d9ae-4193-b86a-11379f02786a" providerId="ADAL" clId="{9153C413-E555-4BC8-B945-75CD0EC1305C}" dt="2025-04-27T07:53:06.515" v="14060"/>
        <pc:sldMkLst>
          <pc:docMk/>
          <pc:sldMk cId="3377952342" sldId="294"/>
        </pc:sldMkLst>
      </pc:sldChg>
      <pc:sldChg chg="add del">
        <pc:chgData name="Mashiour Rahman" userId="7490e89d-d9ae-4193-b86a-11379f02786a" providerId="ADAL" clId="{9153C413-E555-4BC8-B945-75CD0EC1305C}" dt="2025-04-17T08:33:22.396" v="8900" actId="47"/>
        <pc:sldMkLst>
          <pc:docMk/>
          <pc:sldMk cId="1771533118" sldId="295"/>
        </pc:sldMkLst>
      </pc:sldChg>
      <pc:sldChg chg="add del">
        <pc:chgData name="Mashiour Rahman" userId="7490e89d-d9ae-4193-b86a-11379f02786a" providerId="ADAL" clId="{9153C413-E555-4BC8-B945-75CD0EC1305C}" dt="2025-04-17T04:41:14.194" v="7578" actId="47"/>
        <pc:sldMkLst>
          <pc:docMk/>
          <pc:sldMk cId="160128805" sldId="296"/>
        </pc:sldMkLst>
      </pc:sldChg>
      <pc:sldChg chg="modSp add mod ord">
        <pc:chgData name="Mashiour Rahman" userId="7490e89d-d9ae-4193-b86a-11379f02786a" providerId="ADAL" clId="{9153C413-E555-4BC8-B945-75CD0EC1305C}" dt="2025-04-27T07:53:49.433" v="14062" actId="207"/>
        <pc:sldMkLst>
          <pc:docMk/>
          <pc:sldMk cId="732261530" sldId="296"/>
        </pc:sldMkLst>
      </pc:sldChg>
      <pc:sldChg chg="new del">
        <pc:chgData name="Mashiour Rahman" userId="7490e89d-d9ae-4193-b86a-11379f02786a" providerId="ADAL" clId="{9153C413-E555-4BC8-B945-75CD0EC1305C}" dt="2025-04-16T16:45:01.063" v="6229" actId="47"/>
        <pc:sldMkLst>
          <pc:docMk/>
          <pc:sldMk cId="2752328219" sldId="296"/>
        </pc:sldMkLst>
      </pc:sldChg>
      <pc:sldChg chg="modSp new del mod ord">
        <pc:chgData name="Mashiour Rahman" userId="7490e89d-d9ae-4193-b86a-11379f02786a" providerId="ADAL" clId="{9153C413-E555-4BC8-B945-75CD0EC1305C}" dt="2025-04-16T16:45:30.222" v="6234" actId="47"/>
        <pc:sldMkLst>
          <pc:docMk/>
          <pc:sldMk cId="3277369139" sldId="296"/>
        </pc:sldMkLst>
      </pc:sldChg>
      <pc:sldChg chg="addSp delSp modSp add mod ord modAnim">
        <pc:chgData name="Mashiour Rahman" userId="7490e89d-d9ae-4193-b86a-11379f02786a" providerId="ADAL" clId="{9153C413-E555-4BC8-B945-75CD0EC1305C}" dt="2025-04-27T07:13:27.982" v="13896"/>
        <pc:sldMkLst>
          <pc:docMk/>
          <pc:sldMk cId="1986163460" sldId="297"/>
        </pc:sldMkLst>
      </pc:sldChg>
      <pc:sldChg chg="add del">
        <pc:chgData name="Mashiour Rahman" userId="7490e89d-d9ae-4193-b86a-11379f02786a" providerId="ADAL" clId="{9153C413-E555-4BC8-B945-75CD0EC1305C}" dt="2025-04-19T09:48:04.942" v="11643" actId="47"/>
        <pc:sldMkLst>
          <pc:docMk/>
          <pc:sldMk cId="3883907086" sldId="298"/>
        </pc:sldMkLst>
      </pc:sldChg>
      <pc:sldChg chg="add del">
        <pc:chgData name="Mashiour Rahman" userId="7490e89d-d9ae-4193-b86a-11379f02786a" providerId="ADAL" clId="{9153C413-E555-4BC8-B945-75CD0EC1305C}" dt="2025-04-19T09:48:25.793" v="11646" actId="47"/>
        <pc:sldMkLst>
          <pc:docMk/>
          <pc:sldMk cId="118236238" sldId="299"/>
        </pc:sldMkLst>
      </pc:sldChg>
      <pc:sldChg chg="add del">
        <pc:chgData name="Mashiour Rahman" userId="7490e89d-d9ae-4193-b86a-11379f02786a" providerId="ADAL" clId="{9153C413-E555-4BC8-B945-75CD0EC1305C}" dt="2025-04-20T05:44:04.840" v="13043" actId="47"/>
        <pc:sldMkLst>
          <pc:docMk/>
          <pc:sldMk cId="372191078" sldId="300"/>
        </pc:sldMkLst>
      </pc:sldChg>
      <pc:sldChg chg="modSp add del mod">
        <pc:chgData name="Mashiour Rahman" userId="7490e89d-d9ae-4193-b86a-11379f02786a" providerId="ADAL" clId="{9153C413-E555-4BC8-B945-75CD0EC1305C}" dt="2025-04-20T05:44:13.075" v="13044" actId="47"/>
        <pc:sldMkLst>
          <pc:docMk/>
          <pc:sldMk cId="3206571652" sldId="301"/>
        </pc:sldMkLst>
      </pc:sldChg>
      <pc:sldChg chg="modSp add del mod ord">
        <pc:chgData name="Mashiour Rahman" userId="7490e89d-d9ae-4193-b86a-11379f02786a" providerId="ADAL" clId="{9153C413-E555-4BC8-B945-75CD0EC1305C}" dt="2025-04-19T06:59:00.471" v="10106" actId="47"/>
        <pc:sldMkLst>
          <pc:docMk/>
          <pc:sldMk cId="862504276" sldId="302"/>
        </pc:sldMkLst>
      </pc:sldChg>
      <pc:sldChg chg="addSp delSp modSp add mod delAnim modAnim">
        <pc:chgData name="Mashiour Rahman" userId="7490e89d-d9ae-4193-b86a-11379f02786a" providerId="ADAL" clId="{9153C413-E555-4BC8-B945-75CD0EC1305C}" dt="2025-04-27T07:54:13.117" v="14064" actId="207"/>
        <pc:sldMkLst>
          <pc:docMk/>
          <pc:sldMk cId="2615456824" sldId="303"/>
        </pc:sldMkLst>
      </pc:sldChg>
      <pc:sldChg chg="addSp delSp modSp add del mod modAnim">
        <pc:chgData name="Mashiour Rahman" userId="7490e89d-d9ae-4193-b86a-11379f02786a" providerId="ADAL" clId="{9153C413-E555-4BC8-B945-75CD0EC1305C}" dt="2025-04-19T08:39:07.471" v="10977" actId="47"/>
        <pc:sldMkLst>
          <pc:docMk/>
          <pc:sldMk cId="3743668375" sldId="304"/>
        </pc:sldMkLst>
      </pc:sldChg>
      <pc:sldChg chg="addSp delSp modSp add mod ord addAnim delAnim modAnim">
        <pc:chgData name="Mashiour Rahman" userId="7490e89d-d9ae-4193-b86a-11379f02786a" providerId="ADAL" clId="{9153C413-E555-4BC8-B945-75CD0EC1305C}" dt="2025-04-27T07:51:49.815" v="14056" actId="113"/>
        <pc:sldMkLst>
          <pc:docMk/>
          <pc:sldMk cId="1969596766" sldId="305"/>
        </pc:sldMkLst>
      </pc:sldChg>
      <pc:sldChg chg="addSp delSp modSp add mod ord delAnim modAnim">
        <pc:chgData name="Mashiour Rahman" userId="7490e89d-d9ae-4193-b86a-11379f02786a" providerId="ADAL" clId="{9153C413-E555-4BC8-B945-75CD0EC1305C}" dt="2025-04-27T07:49:38.240" v="14053" actId="113"/>
        <pc:sldMkLst>
          <pc:docMk/>
          <pc:sldMk cId="120518601" sldId="306"/>
        </pc:sldMkLst>
      </pc:sldChg>
      <pc:sldChg chg="addSp delSp modSp add del mod modAnim">
        <pc:chgData name="Mashiour Rahman" userId="7490e89d-d9ae-4193-b86a-11379f02786a" providerId="ADAL" clId="{9153C413-E555-4BC8-B945-75CD0EC1305C}" dt="2025-04-19T08:38:12.926" v="10975" actId="47"/>
        <pc:sldMkLst>
          <pc:docMk/>
          <pc:sldMk cId="3286159448" sldId="306"/>
        </pc:sldMkLst>
      </pc:sldChg>
      <pc:sldChg chg="addSp delSp modSp add mod addAnim delAnim modAnim">
        <pc:chgData name="Mashiour Rahman" userId="7490e89d-d9ae-4193-b86a-11379f02786a" providerId="ADAL" clId="{9153C413-E555-4BC8-B945-75CD0EC1305C}" dt="2025-04-20T07:27:25.159" v="13793" actId="1037"/>
        <pc:sldMkLst>
          <pc:docMk/>
          <pc:sldMk cId="762818920" sldId="307"/>
        </pc:sldMkLst>
      </pc:sldChg>
      <pc:sldChg chg="delSp modSp add mod delAnim modAnim">
        <pc:chgData name="Mashiour Rahman" userId="7490e89d-d9ae-4193-b86a-11379f02786a" providerId="ADAL" clId="{9153C413-E555-4BC8-B945-75CD0EC1305C}" dt="2025-04-20T07:26:48.425" v="13791" actId="1037"/>
        <pc:sldMkLst>
          <pc:docMk/>
          <pc:sldMk cId="538520451" sldId="308"/>
        </pc:sldMkLst>
      </pc:sldChg>
    </pc:docChg>
  </pc:docChgLst>
  <pc:docChgLst>
    <pc:chgData name="Dr. Md. Mahbub Chowdhury Mishu" userId="09162e0f-fafd-430e-8e71-18113d49a68e" providerId="ADAL" clId="{C0A54968-7949-4AEF-98A2-91A0AF787E08}"/>
    <pc:docChg chg="modSld">
      <pc:chgData name="Dr. Md. Mahbub Chowdhury Mishu" userId="09162e0f-fafd-430e-8e71-18113d49a68e" providerId="ADAL" clId="{C0A54968-7949-4AEF-98A2-91A0AF787E08}" dt="2020-04-24T18:52:15.228" v="4" actId="20577"/>
      <pc:docMkLst>
        <pc:docMk/>
      </pc:docMkLst>
      <pc:sldChg chg="modSp">
        <pc:chgData name="Dr. Md. Mahbub Chowdhury Mishu" userId="09162e0f-fafd-430e-8e71-18113d49a68e" providerId="ADAL" clId="{C0A54968-7949-4AEF-98A2-91A0AF787E08}" dt="2020-04-24T18:52:15.228" v="4" actId="20577"/>
        <pc:sldMkLst>
          <pc:docMk/>
          <pc:sldMk cId="700707328" sldId="256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6D19E-6E4F-4B84-894E-99CC0CDC63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047AEC3-C0A7-4BC5-8019-5B1527ABE8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Structured, step-by-step learning</a:t>
          </a:r>
        </a:p>
      </dgm:t>
    </dgm:pt>
    <dgm:pt modelId="{DE0F20A1-B8BF-4021-A010-477777EE8934}" type="parTrans" cxnId="{AAFF8888-93B0-4F1C-8128-AFA23163BDB3}">
      <dgm:prSet/>
      <dgm:spPr/>
      <dgm:t>
        <a:bodyPr/>
        <a:lstStyle/>
        <a:p>
          <a:endParaRPr lang="en-US"/>
        </a:p>
      </dgm:t>
    </dgm:pt>
    <dgm:pt modelId="{6C6E2823-F55B-4CCC-B0A8-7FCB85DA5595}" type="sibTrans" cxnId="{AAFF8888-93B0-4F1C-8128-AFA23163BDB3}">
      <dgm:prSet/>
      <dgm:spPr/>
      <dgm:t>
        <a:bodyPr/>
        <a:lstStyle/>
        <a:p>
          <a:endParaRPr lang="en-US"/>
        </a:p>
      </dgm:t>
    </dgm:pt>
    <dgm:pt modelId="{B2C426A6-C47B-4C60-9DE6-CDA1675547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Teachers explain, correct, and guide</a:t>
          </a:r>
        </a:p>
      </dgm:t>
    </dgm:pt>
    <dgm:pt modelId="{13B97834-F775-43F6-B13B-3D5942AA0CB4}" type="parTrans" cxnId="{559A5C5F-9540-4E1D-9D79-C3D501071119}">
      <dgm:prSet/>
      <dgm:spPr/>
      <dgm:t>
        <a:bodyPr/>
        <a:lstStyle/>
        <a:p>
          <a:endParaRPr lang="en-US"/>
        </a:p>
      </dgm:t>
    </dgm:pt>
    <dgm:pt modelId="{26EF71B9-705D-41AD-B4C6-82B0599F7E20}" type="sibTrans" cxnId="{559A5C5F-9540-4E1D-9D79-C3D501071119}">
      <dgm:prSet/>
      <dgm:spPr/>
      <dgm:t>
        <a:bodyPr/>
        <a:lstStyle/>
        <a:p>
          <a:endParaRPr lang="en-US"/>
        </a:p>
      </dgm:t>
    </dgm:pt>
    <dgm:pt modelId="{CAF83D90-6F12-4501-A565-838A872D46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Practice through projects and teamwork</a:t>
          </a:r>
        </a:p>
      </dgm:t>
    </dgm:pt>
    <dgm:pt modelId="{3091FA53-A7D5-4999-B506-5FAA77C695FE}" type="parTrans" cxnId="{DE4BE46C-8D9F-47A3-8D9D-E35FE402760E}">
      <dgm:prSet/>
      <dgm:spPr/>
      <dgm:t>
        <a:bodyPr/>
        <a:lstStyle/>
        <a:p>
          <a:endParaRPr lang="en-US"/>
        </a:p>
      </dgm:t>
    </dgm:pt>
    <dgm:pt modelId="{AA8B433F-6A4F-42FA-9FD1-B693C01C72DA}" type="sibTrans" cxnId="{DE4BE46C-8D9F-47A3-8D9D-E35FE402760E}">
      <dgm:prSet/>
      <dgm:spPr/>
      <dgm:t>
        <a:bodyPr/>
        <a:lstStyle/>
        <a:p>
          <a:endParaRPr lang="en-US"/>
        </a:p>
      </dgm:t>
    </dgm:pt>
    <dgm:pt modelId="{1B120F33-0A03-4849-9EA4-A3EFEAC725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 to debug and think critically</a:t>
          </a:r>
        </a:p>
      </dgm:t>
    </dgm:pt>
    <dgm:pt modelId="{F68C334E-AE1B-4238-A468-66989DDEB31D}" type="parTrans" cxnId="{1083F6FF-299F-4B54-9860-AD5F07F54062}">
      <dgm:prSet/>
      <dgm:spPr/>
      <dgm:t>
        <a:bodyPr/>
        <a:lstStyle/>
        <a:p>
          <a:endParaRPr lang="en-US"/>
        </a:p>
      </dgm:t>
    </dgm:pt>
    <dgm:pt modelId="{EDE61859-7829-432E-BCB6-F02EB090E0C9}" type="sibTrans" cxnId="{1083F6FF-299F-4B54-9860-AD5F07F54062}">
      <dgm:prSet/>
      <dgm:spPr/>
      <dgm:t>
        <a:bodyPr/>
        <a:lstStyle/>
        <a:p>
          <a:endParaRPr lang="en-US"/>
        </a:p>
      </dgm:t>
    </dgm:pt>
    <dgm:pt modelId="{206379CA-D3D5-4965-8AE9-D096BC756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Online platforms help, but teachers provide deeper context and feedback</a:t>
          </a:r>
        </a:p>
      </dgm:t>
    </dgm:pt>
    <dgm:pt modelId="{39009B53-A7CC-45DD-B545-0C0E40326537}" type="parTrans" cxnId="{E506F87F-4544-466E-A530-1AD22E451761}">
      <dgm:prSet/>
      <dgm:spPr/>
      <dgm:t>
        <a:bodyPr/>
        <a:lstStyle/>
        <a:p>
          <a:endParaRPr lang="en-US"/>
        </a:p>
      </dgm:t>
    </dgm:pt>
    <dgm:pt modelId="{6A337D77-F343-4A87-9AF6-0507669FBDB6}" type="sibTrans" cxnId="{E506F87F-4544-466E-A530-1AD22E451761}">
      <dgm:prSet/>
      <dgm:spPr/>
      <dgm:t>
        <a:bodyPr/>
        <a:lstStyle/>
        <a:p>
          <a:endParaRPr lang="en-US"/>
        </a:p>
      </dgm:t>
    </dgm:pt>
    <dgm:pt modelId="{300410DE-59A1-4206-AD3E-68CF528C95AC}" type="pres">
      <dgm:prSet presAssocID="{8926D19E-6E4F-4B84-894E-99CC0CDC639F}" presName="root" presStyleCnt="0">
        <dgm:presLayoutVars>
          <dgm:dir/>
          <dgm:resizeHandles val="exact"/>
        </dgm:presLayoutVars>
      </dgm:prSet>
      <dgm:spPr/>
    </dgm:pt>
    <dgm:pt modelId="{187A0DE7-492E-4C1B-88FF-24ECCF4D70E7}" type="pres">
      <dgm:prSet presAssocID="{D047AEC3-C0A7-4BC5-8019-5B1527ABE8E2}" presName="compNode" presStyleCnt="0"/>
      <dgm:spPr/>
    </dgm:pt>
    <dgm:pt modelId="{CAEA9CEF-0DE8-4A50-A05E-A816C81EB015}" type="pres">
      <dgm:prSet presAssocID="{D047AEC3-C0A7-4BC5-8019-5B1527ABE8E2}" presName="bgRect" presStyleLbl="bgShp" presStyleIdx="0" presStyleCnt="5"/>
      <dgm:spPr/>
    </dgm:pt>
    <dgm:pt modelId="{A43FAC45-2D75-4335-BAF8-2424549689C0}" type="pres">
      <dgm:prSet presAssocID="{D047AEC3-C0A7-4BC5-8019-5B1527ABE8E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03BD44F-B29D-4529-A7B8-26AD87EBD7E7}" type="pres">
      <dgm:prSet presAssocID="{D047AEC3-C0A7-4BC5-8019-5B1527ABE8E2}" presName="spaceRect" presStyleCnt="0"/>
      <dgm:spPr/>
    </dgm:pt>
    <dgm:pt modelId="{88739979-5B6D-4898-834D-7C345467DFAB}" type="pres">
      <dgm:prSet presAssocID="{D047AEC3-C0A7-4BC5-8019-5B1527ABE8E2}" presName="parTx" presStyleLbl="revTx" presStyleIdx="0" presStyleCnt="5">
        <dgm:presLayoutVars>
          <dgm:chMax val="0"/>
          <dgm:chPref val="0"/>
        </dgm:presLayoutVars>
      </dgm:prSet>
      <dgm:spPr/>
    </dgm:pt>
    <dgm:pt modelId="{D5D45970-680A-4060-85C3-996260CBC69D}" type="pres">
      <dgm:prSet presAssocID="{6C6E2823-F55B-4CCC-B0A8-7FCB85DA5595}" presName="sibTrans" presStyleCnt="0"/>
      <dgm:spPr/>
    </dgm:pt>
    <dgm:pt modelId="{36CAAFEA-DA39-4BB8-8D00-C2B3DF3794A8}" type="pres">
      <dgm:prSet presAssocID="{B2C426A6-C47B-4C60-9DE6-CDA167554783}" presName="compNode" presStyleCnt="0"/>
      <dgm:spPr/>
    </dgm:pt>
    <dgm:pt modelId="{53E3D8E0-7424-4056-B181-06CB12498FA9}" type="pres">
      <dgm:prSet presAssocID="{B2C426A6-C47B-4C60-9DE6-CDA167554783}" presName="bgRect" presStyleLbl="bgShp" presStyleIdx="1" presStyleCnt="5"/>
      <dgm:spPr/>
    </dgm:pt>
    <dgm:pt modelId="{8EE9A05D-8CF7-435F-9583-5F496E22DC83}" type="pres">
      <dgm:prSet presAssocID="{B2C426A6-C47B-4C60-9DE6-CDA1675547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F5729EB-7C85-4AAF-B59A-ADAF35AD7AEE}" type="pres">
      <dgm:prSet presAssocID="{B2C426A6-C47B-4C60-9DE6-CDA167554783}" presName="spaceRect" presStyleCnt="0"/>
      <dgm:spPr/>
    </dgm:pt>
    <dgm:pt modelId="{01B3A136-1771-46A0-93C0-793A6E3180F4}" type="pres">
      <dgm:prSet presAssocID="{B2C426A6-C47B-4C60-9DE6-CDA167554783}" presName="parTx" presStyleLbl="revTx" presStyleIdx="1" presStyleCnt="5">
        <dgm:presLayoutVars>
          <dgm:chMax val="0"/>
          <dgm:chPref val="0"/>
        </dgm:presLayoutVars>
      </dgm:prSet>
      <dgm:spPr/>
    </dgm:pt>
    <dgm:pt modelId="{93C9AE9C-D8DE-4659-AC92-F7F4C2F84E4F}" type="pres">
      <dgm:prSet presAssocID="{26EF71B9-705D-41AD-B4C6-82B0599F7E20}" presName="sibTrans" presStyleCnt="0"/>
      <dgm:spPr/>
    </dgm:pt>
    <dgm:pt modelId="{96D5E680-5E63-445F-8B47-F2F2464F3FFA}" type="pres">
      <dgm:prSet presAssocID="{CAF83D90-6F12-4501-A565-838A872D4688}" presName="compNode" presStyleCnt="0"/>
      <dgm:spPr/>
    </dgm:pt>
    <dgm:pt modelId="{6C3E2168-BC5A-4EEF-BCD1-5A6827275E12}" type="pres">
      <dgm:prSet presAssocID="{CAF83D90-6F12-4501-A565-838A872D4688}" presName="bgRect" presStyleLbl="bgShp" presStyleIdx="2" presStyleCnt="5"/>
      <dgm:spPr/>
    </dgm:pt>
    <dgm:pt modelId="{34615C6F-6154-4621-BD27-D27172086E98}" type="pres">
      <dgm:prSet presAssocID="{CAF83D90-6F12-4501-A565-838A872D468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9FE99AC-4437-40D5-93B4-A5AE4D41F1C8}" type="pres">
      <dgm:prSet presAssocID="{CAF83D90-6F12-4501-A565-838A872D4688}" presName="spaceRect" presStyleCnt="0"/>
      <dgm:spPr/>
    </dgm:pt>
    <dgm:pt modelId="{E24F1244-853C-4BEC-90B9-A5CCE198194B}" type="pres">
      <dgm:prSet presAssocID="{CAF83D90-6F12-4501-A565-838A872D4688}" presName="parTx" presStyleLbl="revTx" presStyleIdx="2" presStyleCnt="5">
        <dgm:presLayoutVars>
          <dgm:chMax val="0"/>
          <dgm:chPref val="0"/>
        </dgm:presLayoutVars>
      </dgm:prSet>
      <dgm:spPr/>
    </dgm:pt>
    <dgm:pt modelId="{B9AC70CF-9307-43AE-A21F-9CAD872E89EC}" type="pres">
      <dgm:prSet presAssocID="{AA8B433F-6A4F-42FA-9FD1-B693C01C72DA}" presName="sibTrans" presStyleCnt="0"/>
      <dgm:spPr/>
    </dgm:pt>
    <dgm:pt modelId="{28D94009-8D53-4B94-883A-4795D502355F}" type="pres">
      <dgm:prSet presAssocID="{1B120F33-0A03-4849-9EA4-A3EFEAC725E1}" presName="compNode" presStyleCnt="0"/>
      <dgm:spPr/>
    </dgm:pt>
    <dgm:pt modelId="{8DD4D935-9303-4BAC-B20E-B6B45AA085BC}" type="pres">
      <dgm:prSet presAssocID="{1B120F33-0A03-4849-9EA4-A3EFEAC725E1}" presName="bgRect" presStyleLbl="bgShp" presStyleIdx="3" presStyleCnt="5"/>
      <dgm:spPr/>
    </dgm:pt>
    <dgm:pt modelId="{0E30FF8C-6216-4F5F-AEA1-E7C9BA139AFB}" type="pres">
      <dgm:prSet presAssocID="{1B120F33-0A03-4849-9EA4-A3EFEAC725E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05619A7-071C-497D-8BB0-639A7995B838}" type="pres">
      <dgm:prSet presAssocID="{1B120F33-0A03-4849-9EA4-A3EFEAC725E1}" presName="spaceRect" presStyleCnt="0"/>
      <dgm:spPr/>
    </dgm:pt>
    <dgm:pt modelId="{A0FDCD9A-C3E8-4614-A307-7CC5640D7404}" type="pres">
      <dgm:prSet presAssocID="{1B120F33-0A03-4849-9EA4-A3EFEAC725E1}" presName="parTx" presStyleLbl="revTx" presStyleIdx="3" presStyleCnt="5">
        <dgm:presLayoutVars>
          <dgm:chMax val="0"/>
          <dgm:chPref val="0"/>
        </dgm:presLayoutVars>
      </dgm:prSet>
      <dgm:spPr/>
    </dgm:pt>
    <dgm:pt modelId="{132C5462-CA11-42D8-B64C-FB250B812C5F}" type="pres">
      <dgm:prSet presAssocID="{EDE61859-7829-432E-BCB6-F02EB090E0C9}" presName="sibTrans" presStyleCnt="0"/>
      <dgm:spPr/>
    </dgm:pt>
    <dgm:pt modelId="{F9EAC5D6-F49D-4FEF-92C1-8E9F06DC7CD9}" type="pres">
      <dgm:prSet presAssocID="{206379CA-D3D5-4965-8AE9-D096BC7568B3}" presName="compNode" presStyleCnt="0"/>
      <dgm:spPr/>
    </dgm:pt>
    <dgm:pt modelId="{1C48C5DE-DEBD-4608-8915-AA14C35050CE}" type="pres">
      <dgm:prSet presAssocID="{206379CA-D3D5-4965-8AE9-D096BC7568B3}" presName="bgRect" presStyleLbl="bgShp" presStyleIdx="4" presStyleCnt="5"/>
      <dgm:spPr/>
    </dgm:pt>
    <dgm:pt modelId="{7D2607AD-1B61-48A8-B185-3DC6BFBA6E3D}" type="pres">
      <dgm:prSet presAssocID="{206379CA-D3D5-4965-8AE9-D096BC7568B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8EF9BE9E-C22A-40A1-9608-3E6F8CD496A3}" type="pres">
      <dgm:prSet presAssocID="{206379CA-D3D5-4965-8AE9-D096BC7568B3}" presName="spaceRect" presStyleCnt="0"/>
      <dgm:spPr/>
    </dgm:pt>
    <dgm:pt modelId="{F3B398C6-A3CE-4366-9086-AD03A23953C6}" type="pres">
      <dgm:prSet presAssocID="{206379CA-D3D5-4965-8AE9-D096BC7568B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19CE61D-2B1C-4431-8B86-E186A173D927}" type="presOf" srcId="{8926D19E-6E4F-4B84-894E-99CC0CDC639F}" destId="{300410DE-59A1-4206-AD3E-68CF528C95AC}" srcOrd="0" destOrd="0" presId="urn:microsoft.com/office/officeart/2018/2/layout/IconVerticalSolidList"/>
    <dgm:cxn modelId="{559A5C5F-9540-4E1D-9D79-C3D501071119}" srcId="{8926D19E-6E4F-4B84-894E-99CC0CDC639F}" destId="{B2C426A6-C47B-4C60-9DE6-CDA167554783}" srcOrd="1" destOrd="0" parTransId="{13B97834-F775-43F6-B13B-3D5942AA0CB4}" sibTransId="{26EF71B9-705D-41AD-B4C6-82B0599F7E20}"/>
    <dgm:cxn modelId="{C9B13648-0EE4-43AB-9E18-A39E00744A52}" type="presOf" srcId="{B2C426A6-C47B-4C60-9DE6-CDA167554783}" destId="{01B3A136-1771-46A0-93C0-793A6E3180F4}" srcOrd="0" destOrd="0" presId="urn:microsoft.com/office/officeart/2018/2/layout/IconVerticalSolidList"/>
    <dgm:cxn modelId="{DE4BE46C-8D9F-47A3-8D9D-E35FE402760E}" srcId="{8926D19E-6E4F-4B84-894E-99CC0CDC639F}" destId="{CAF83D90-6F12-4501-A565-838A872D4688}" srcOrd="2" destOrd="0" parTransId="{3091FA53-A7D5-4999-B506-5FAA77C695FE}" sibTransId="{AA8B433F-6A4F-42FA-9FD1-B693C01C72DA}"/>
    <dgm:cxn modelId="{8C1E777E-2006-4176-8038-619F7AAA6526}" type="presOf" srcId="{CAF83D90-6F12-4501-A565-838A872D4688}" destId="{E24F1244-853C-4BEC-90B9-A5CCE198194B}" srcOrd="0" destOrd="0" presId="urn:microsoft.com/office/officeart/2018/2/layout/IconVerticalSolidList"/>
    <dgm:cxn modelId="{E506F87F-4544-466E-A530-1AD22E451761}" srcId="{8926D19E-6E4F-4B84-894E-99CC0CDC639F}" destId="{206379CA-D3D5-4965-8AE9-D096BC7568B3}" srcOrd="4" destOrd="0" parTransId="{39009B53-A7CC-45DD-B545-0C0E40326537}" sibTransId="{6A337D77-F343-4A87-9AF6-0507669FBDB6}"/>
    <dgm:cxn modelId="{AAFF8888-93B0-4F1C-8128-AFA23163BDB3}" srcId="{8926D19E-6E4F-4B84-894E-99CC0CDC639F}" destId="{D047AEC3-C0A7-4BC5-8019-5B1527ABE8E2}" srcOrd="0" destOrd="0" parTransId="{DE0F20A1-B8BF-4021-A010-477777EE8934}" sibTransId="{6C6E2823-F55B-4CCC-B0A8-7FCB85DA5595}"/>
    <dgm:cxn modelId="{B99DFFAF-BAC6-4539-8C1F-F74EE1B8DD9F}" type="presOf" srcId="{1B120F33-0A03-4849-9EA4-A3EFEAC725E1}" destId="{A0FDCD9A-C3E8-4614-A307-7CC5640D7404}" srcOrd="0" destOrd="0" presId="urn:microsoft.com/office/officeart/2018/2/layout/IconVerticalSolidList"/>
    <dgm:cxn modelId="{B383ABE7-BD42-4098-BD2C-5AC8E5191C9D}" type="presOf" srcId="{206379CA-D3D5-4965-8AE9-D096BC7568B3}" destId="{F3B398C6-A3CE-4366-9086-AD03A23953C6}" srcOrd="0" destOrd="0" presId="urn:microsoft.com/office/officeart/2018/2/layout/IconVerticalSolidList"/>
    <dgm:cxn modelId="{D9B449EA-E4BB-4002-96B7-53DED1E75153}" type="presOf" srcId="{D047AEC3-C0A7-4BC5-8019-5B1527ABE8E2}" destId="{88739979-5B6D-4898-834D-7C345467DFAB}" srcOrd="0" destOrd="0" presId="urn:microsoft.com/office/officeart/2018/2/layout/IconVerticalSolidList"/>
    <dgm:cxn modelId="{1083F6FF-299F-4B54-9860-AD5F07F54062}" srcId="{8926D19E-6E4F-4B84-894E-99CC0CDC639F}" destId="{1B120F33-0A03-4849-9EA4-A3EFEAC725E1}" srcOrd="3" destOrd="0" parTransId="{F68C334E-AE1B-4238-A468-66989DDEB31D}" sibTransId="{EDE61859-7829-432E-BCB6-F02EB090E0C9}"/>
    <dgm:cxn modelId="{9898F276-6A60-440F-A5B4-CC87E6DD9B56}" type="presParOf" srcId="{300410DE-59A1-4206-AD3E-68CF528C95AC}" destId="{187A0DE7-492E-4C1B-88FF-24ECCF4D70E7}" srcOrd="0" destOrd="0" presId="urn:microsoft.com/office/officeart/2018/2/layout/IconVerticalSolidList"/>
    <dgm:cxn modelId="{EA51E955-9435-41F6-A335-B8D28D17A6CD}" type="presParOf" srcId="{187A0DE7-492E-4C1B-88FF-24ECCF4D70E7}" destId="{CAEA9CEF-0DE8-4A50-A05E-A816C81EB015}" srcOrd="0" destOrd="0" presId="urn:microsoft.com/office/officeart/2018/2/layout/IconVerticalSolidList"/>
    <dgm:cxn modelId="{B3483B1F-5B9B-472B-AF98-7E361C38F7C3}" type="presParOf" srcId="{187A0DE7-492E-4C1B-88FF-24ECCF4D70E7}" destId="{A43FAC45-2D75-4335-BAF8-2424549689C0}" srcOrd="1" destOrd="0" presId="urn:microsoft.com/office/officeart/2018/2/layout/IconVerticalSolidList"/>
    <dgm:cxn modelId="{97237AFC-983C-4360-9481-50B2C16E8783}" type="presParOf" srcId="{187A0DE7-492E-4C1B-88FF-24ECCF4D70E7}" destId="{F03BD44F-B29D-4529-A7B8-26AD87EBD7E7}" srcOrd="2" destOrd="0" presId="urn:microsoft.com/office/officeart/2018/2/layout/IconVerticalSolidList"/>
    <dgm:cxn modelId="{43D1AA0F-FD1C-4706-9174-4ACA4C600B9D}" type="presParOf" srcId="{187A0DE7-492E-4C1B-88FF-24ECCF4D70E7}" destId="{88739979-5B6D-4898-834D-7C345467DFAB}" srcOrd="3" destOrd="0" presId="urn:microsoft.com/office/officeart/2018/2/layout/IconVerticalSolidList"/>
    <dgm:cxn modelId="{FD76CF5C-D637-4B55-ACB7-6D8293CCD066}" type="presParOf" srcId="{300410DE-59A1-4206-AD3E-68CF528C95AC}" destId="{D5D45970-680A-4060-85C3-996260CBC69D}" srcOrd="1" destOrd="0" presId="urn:microsoft.com/office/officeart/2018/2/layout/IconVerticalSolidList"/>
    <dgm:cxn modelId="{7709FDB0-2ACA-4070-A655-3CD5B0B91B46}" type="presParOf" srcId="{300410DE-59A1-4206-AD3E-68CF528C95AC}" destId="{36CAAFEA-DA39-4BB8-8D00-C2B3DF3794A8}" srcOrd="2" destOrd="0" presId="urn:microsoft.com/office/officeart/2018/2/layout/IconVerticalSolidList"/>
    <dgm:cxn modelId="{9552CD30-0401-43D9-9CF9-6851E76D55A8}" type="presParOf" srcId="{36CAAFEA-DA39-4BB8-8D00-C2B3DF3794A8}" destId="{53E3D8E0-7424-4056-B181-06CB12498FA9}" srcOrd="0" destOrd="0" presId="urn:microsoft.com/office/officeart/2018/2/layout/IconVerticalSolidList"/>
    <dgm:cxn modelId="{D690B48B-0491-4B49-A426-8F151253E72F}" type="presParOf" srcId="{36CAAFEA-DA39-4BB8-8D00-C2B3DF3794A8}" destId="{8EE9A05D-8CF7-435F-9583-5F496E22DC83}" srcOrd="1" destOrd="0" presId="urn:microsoft.com/office/officeart/2018/2/layout/IconVerticalSolidList"/>
    <dgm:cxn modelId="{BDAD47A3-8AD3-43EE-A2E3-29509BA85E11}" type="presParOf" srcId="{36CAAFEA-DA39-4BB8-8D00-C2B3DF3794A8}" destId="{CF5729EB-7C85-4AAF-B59A-ADAF35AD7AEE}" srcOrd="2" destOrd="0" presId="urn:microsoft.com/office/officeart/2018/2/layout/IconVerticalSolidList"/>
    <dgm:cxn modelId="{F574CE59-BD52-4BCD-A635-8E650247B93B}" type="presParOf" srcId="{36CAAFEA-DA39-4BB8-8D00-C2B3DF3794A8}" destId="{01B3A136-1771-46A0-93C0-793A6E3180F4}" srcOrd="3" destOrd="0" presId="urn:microsoft.com/office/officeart/2018/2/layout/IconVerticalSolidList"/>
    <dgm:cxn modelId="{290B59CF-6397-4423-BD65-21862ED7A101}" type="presParOf" srcId="{300410DE-59A1-4206-AD3E-68CF528C95AC}" destId="{93C9AE9C-D8DE-4659-AC92-F7F4C2F84E4F}" srcOrd="3" destOrd="0" presId="urn:microsoft.com/office/officeart/2018/2/layout/IconVerticalSolidList"/>
    <dgm:cxn modelId="{08E0F256-ED2D-4D10-89F0-581F57166D72}" type="presParOf" srcId="{300410DE-59A1-4206-AD3E-68CF528C95AC}" destId="{96D5E680-5E63-445F-8B47-F2F2464F3FFA}" srcOrd="4" destOrd="0" presId="urn:microsoft.com/office/officeart/2018/2/layout/IconVerticalSolidList"/>
    <dgm:cxn modelId="{1DDF0F5C-7C73-417D-BD0B-84B5CFE07D2F}" type="presParOf" srcId="{96D5E680-5E63-445F-8B47-F2F2464F3FFA}" destId="{6C3E2168-BC5A-4EEF-BCD1-5A6827275E12}" srcOrd="0" destOrd="0" presId="urn:microsoft.com/office/officeart/2018/2/layout/IconVerticalSolidList"/>
    <dgm:cxn modelId="{1F98A080-DCC9-42C8-84E2-7EAB81EE2909}" type="presParOf" srcId="{96D5E680-5E63-445F-8B47-F2F2464F3FFA}" destId="{34615C6F-6154-4621-BD27-D27172086E98}" srcOrd="1" destOrd="0" presId="urn:microsoft.com/office/officeart/2018/2/layout/IconVerticalSolidList"/>
    <dgm:cxn modelId="{47DB4FB1-BD9C-49B9-A9B7-D129405B0B74}" type="presParOf" srcId="{96D5E680-5E63-445F-8B47-F2F2464F3FFA}" destId="{39FE99AC-4437-40D5-93B4-A5AE4D41F1C8}" srcOrd="2" destOrd="0" presId="urn:microsoft.com/office/officeart/2018/2/layout/IconVerticalSolidList"/>
    <dgm:cxn modelId="{06AF9170-56B1-4ED1-BCD2-716735D594BE}" type="presParOf" srcId="{96D5E680-5E63-445F-8B47-F2F2464F3FFA}" destId="{E24F1244-853C-4BEC-90B9-A5CCE198194B}" srcOrd="3" destOrd="0" presId="urn:microsoft.com/office/officeart/2018/2/layout/IconVerticalSolidList"/>
    <dgm:cxn modelId="{00FC5A1E-7021-4F9D-8860-57D562C6397F}" type="presParOf" srcId="{300410DE-59A1-4206-AD3E-68CF528C95AC}" destId="{B9AC70CF-9307-43AE-A21F-9CAD872E89EC}" srcOrd="5" destOrd="0" presId="urn:microsoft.com/office/officeart/2018/2/layout/IconVerticalSolidList"/>
    <dgm:cxn modelId="{0F076993-0282-4326-BF30-57D1E1F9865B}" type="presParOf" srcId="{300410DE-59A1-4206-AD3E-68CF528C95AC}" destId="{28D94009-8D53-4B94-883A-4795D502355F}" srcOrd="6" destOrd="0" presId="urn:microsoft.com/office/officeart/2018/2/layout/IconVerticalSolidList"/>
    <dgm:cxn modelId="{F1DE4DA4-2234-4F00-A842-21186EFC8D38}" type="presParOf" srcId="{28D94009-8D53-4B94-883A-4795D502355F}" destId="{8DD4D935-9303-4BAC-B20E-B6B45AA085BC}" srcOrd="0" destOrd="0" presId="urn:microsoft.com/office/officeart/2018/2/layout/IconVerticalSolidList"/>
    <dgm:cxn modelId="{1CF29D88-6BF5-40E5-B27B-3BA87DF90EE9}" type="presParOf" srcId="{28D94009-8D53-4B94-883A-4795D502355F}" destId="{0E30FF8C-6216-4F5F-AEA1-E7C9BA139AFB}" srcOrd="1" destOrd="0" presId="urn:microsoft.com/office/officeart/2018/2/layout/IconVerticalSolidList"/>
    <dgm:cxn modelId="{B8B77B84-9980-4222-BA2A-470E2B0B7492}" type="presParOf" srcId="{28D94009-8D53-4B94-883A-4795D502355F}" destId="{C05619A7-071C-497D-8BB0-639A7995B838}" srcOrd="2" destOrd="0" presId="urn:microsoft.com/office/officeart/2018/2/layout/IconVerticalSolidList"/>
    <dgm:cxn modelId="{A6F4DBBB-5C21-4297-8024-77490B598098}" type="presParOf" srcId="{28D94009-8D53-4B94-883A-4795D502355F}" destId="{A0FDCD9A-C3E8-4614-A307-7CC5640D7404}" srcOrd="3" destOrd="0" presId="urn:microsoft.com/office/officeart/2018/2/layout/IconVerticalSolidList"/>
    <dgm:cxn modelId="{83A8442B-12CA-4DEA-BBFC-60F8A31E2C6B}" type="presParOf" srcId="{300410DE-59A1-4206-AD3E-68CF528C95AC}" destId="{132C5462-CA11-42D8-B64C-FB250B812C5F}" srcOrd="7" destOrd="0" presId="urn:microsoft.com/office/officeart/2018/2/layout/IconVerticalSolidList"/>
    <dgm:cxn modelId="{B7BDA62E-BA35-432E-8EB7-F7DD62943500}" type="presParOf" srcId="{300410DE-59A1-4206-AD3E-68CF528C95AC}" destId="{F9EAC5D6-F49D-4FEF-92C1-8E9F06DC7CD9}" srcOrd="8" destOrd="0" presId="urn:microsoft.com/office/officeart/2018/2/layout/IconVerticalSolidList"/>
    <dgm:cxn modelId="{5103908A-F9C9-4112-9B49-1EB1D7F7627E}" type="presParOf" srcId="{F9EAC5D6-F49D-4FEF-92C1-8E9F06DC7CD9}" destId="{1C48C5DE-DEBD-4608-8915-AA14C35050CE}" srcOrd="0" destOrd="0" presId="urn:microsoft.com/office/officeart/2018/2/layout/IconVerticalSolidList"/>
    <dgm:cxn modelId="{AEA8F671-D917-4740-91B4-9771C135B500}" type="presParOf" srcId="{F9EAC5D6-F49D-4FEF-92C1-8E9F06DC7CD9}" destId="{7D2607AD-1B61-48A8-B185-3DC6BFBA6E3D}" srcOrd="1" destOrd="0" presId="urn:microsoft.com/office/officeart/2018/2/layout/IconVerticalSolidList"/>
    <dgm:cxn modelId="{59EE014C-C8C2-4953-82DC-52B50D108343}" type="presParOf" srcId="{F9EAC5D6-F49D-4FEF-92C1-8E9F06DC7CD9}" destId="{8EF9BE9E-C22A-40A1-9608-3E6F8CD496A3}" srcOrd="2" destOrd="0" presId="urn:microsoft.com/office/officeart/2018/2/layout/IconVerticalSolidList"/>
    <dgm:cxn modelId="{D74E474A-2667-458A-A3D1-70AD2D5293D7}" type="presParOf" srcId="{F9EAC5D6-F49D-4FEF-92C1-8E9F06DC7CD9}" destId="{F3B398C6-A3CE-4366-9086-AD03A23953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A9CEF-0DE8-4A50-A05E-A816C81EB015}">
      <dsp:nvSpPr>
        <dsp:cNvPr id="0" name=""/>
        <dsp:cNvSpPr/>
      </dsp:nvSpPr>
      <dsp:spPr>
        <a:xfrm>
          <a:off x="0" y="3296"/>
          <a:ext cx="8574087" cy="702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FAC45-2D75-4335-BAF8-2424549689C0}">
      <dsp:nvSpPr>
        <dsp:cNvPr id="0" name=""/>
        <dsp:cNvSpPr/>
      </dsp:nvSpPr>
      <dsp:spPr>
        <a:xfrm>
          <a:off x="212402" y="161282"/>
          <a:ext cx="386186" cy="3861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39979-5B6D-4898-834D-7C345467DFAB}">
      <dsp:nvSpPr>
        <dsp:cNvPr id="0" name=""/>
        <dsp:cNvSpPr/>
      </dsp:nvSpPr>
      <dsp:spPr>
        <a:xfrm>
          <a:off x="810992" y="3296"/>
          <a:ext cx="7763094" cy="7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12" tIns="74312" rIns="74312" bIns="743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Structured, step-by-step learning</a:t>
          </a:r>
        </a:p>
      </dsp:txBody>
      <dsp:txXfrm>
        <a:off x="810992" y="3296"/>
        <a:ext cx="7763094" cy="702158"/>
      </dsp:txXfrm>
    </dsp:sp>
    <dsp:sp modelId="{53E3D8E0-7424-4056-B181-06CB12498FA9}">
      <dsp:nvSpPr>
        <dsp:cNvPr id="0" name=""/>
        <dsp:cNvSpPr/>
      </dsp:nvSpPr>
      <dsp:spPr>
        <a:xfrm>
          <a:off x="0" y="880994"/>
          <a:ext cx="8574087" cy="702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9A05D-8CF7-435F-9583-5F496E22DC83}">
      <dsp:nvSpPr>
        <dsp:cNvPr id="0" name=""/>
        <dsp:cNvSpPr/>
      </dsp:nvSpPr>
      <dsp:spPr>
        <a:xfrm>
          <a:off x="212402" y="1038979"/>
          <a:ext cx="386186" cy="3861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3A136-1771-46A0-93C0-793A6E3180F4}">
      <dsp:nvSpPr>
        <dsp:cNvPr id="0" name=""/>
        <dsp:cNvSpPr/>
      </dsp:nvSpPr>
      <dsp:spPr>
        <a:xfrm>
          <a:off x="810992" y="880994"/>
          <a:ext cx="7763094" cy="7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12" tIns="74312" rIns="74312" bIns="743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Teachers explain, correct, and guide</a:t>
          </a:r>
        </a:p>
      </dsp:txBody>
      <dsp:txXfrm>
        <a:off x="810992" y="880994"/>
        <a:ext cx="7763094" cy="702158"/>
      </dsp:txXfrm>
    </dsp:sp>
    <dsp:sp modelId="{6C3E2168-BC5A-4EEF-BCD1-5A6827275E12}">
      <dsp:nvSpPr>
        <dsp:cNvPr id="0" name=""/>
        <dsp:cNvSpPr/>
      </dsp:nvSpPr>
      <dsp:spPr>
        <a:xfrm>
          <a:off x="0" y="1758691"/>
          <a:ext cx="8574087" cy="702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615C6F-6154-4621-BD27-D27172086E98}">
      <dsp:nvSpPr>
        <dsp:cNvPr id="0" name=""/>
        <dsp:cNvSpPr/>
      </dsp:nvSpPr>
      <dsp:spPr>
        <a:xfrm>
          <a:off x="212402" y="1916677"/>
          <a:ext cx="386186" cy="3861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F1244-853C-4BEC-90B9-A5CCE198194B}">
      <dsp:nvSpPr>
        <dsp:cNvPr id="0" name=""/>
        <dsp:cNvSpPr/>
      </dsp:nvSpPr>
      <dsp:spPr>
        <a:xfrm>
          <a:off x="810992" y="1758691"/>
          <a:ext cx="7763094" cy="7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12" tIns="74312" rIns="74312" bIns="743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Practice through projects and teamwork</a:t>
          </a:r>
        </a:p>
      </dsp:txBody>
      <dsp:txXfrm>
        <a:off x="810992" y="1758691"/>
        <a:ext cx="7763094" cy="702158"/>
      </dsp:txXfrm>
    </dsp:sp>
    <dsp:sp modelId="{8DD4D935-9303-4BAC-B20E-B6B45AA085BC}">
      <dsp:nvSpPr>
        <dsp:cNvPr id="0" name=""/>
        <dsp:cNvSpPr/>
      </dsp:nvSpPr>
      <dsp:spPr>
        <a:xfrm>
          <a:off x="0" y="2636389"/>
          <a:ext cx="8574087" cy="702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0FF8C-6216-4F5F-AEA1-E7C9BA139AFB}">
      <dsp:nvSpPr>
        <dsp:cNvPr id="0" name=""/>
        <dsp:cNvSpPr/>
      </dsp:nvSpPr>
      <dsp:spPr>
        <a:xfrm>
          <a:off x="212402" y="2794375"/>
          <a:ext cx="386186" cy="3861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DCD9A-C3E8-4614-A307-7CC5640D7404}">
      <dsp:nvSpPr>
        <dsp:cNvPr id="0" name=""/>
        <dsp:cNvSpPr/>
      </dsp:nvSpPr>
      <dsp:spPr>
        <a:xfrm>
          <a:off x="810992" y="2636389"/>
          <a:ext cx="7763094" cy="7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12" tIns="74312" rIns="74312" bIns="743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 to debug and think critically</a:t>
          </a:r>
        </a:p>
      </dsp:txBody>
      <dsp:txXfrm>
        <a:off x="810992" y="2636389"/>
        <a:ext cx="7763094" cy="702158"/>
      </dsp:txXfrm>
    </dsp:sp>
    <dsp:sp modelId="{1C48C5DE-DEBD-4608-8915-AA14C35050CE}">
      <dsp:nvSpPr>
        <dsp:cNvPr id="0" name=""/>
        <dsp:cNvSpPr/>
      </dsp:nvSpPr>
      <dsp:spPr>
        <a:xfrm>
          <a:off x="0" y="3514087"/>
          <a:ext cx="8574087" cy="702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607AD-1B61-48A8-B185-3DC6BFBA6E3D}">
      <dsp:nvSpPr>
        <dsp:cNvPr id="0" name=""/>
        <dsp:cNvSpPr/>
      </dsp:nvSpPr>
      <dsp:spPr>
        <a:xfrm>
          <a:off x="212402" y="3672072"/>
          <a:ext cx="386186" cy="3861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398C6-A3CE-4366-9086-AD03A23953C6}">
      <dsp:nvSpPr>
        <dsp:cNvPr id="0" name=""/>
        <dsp:cNvSpPr/>
      </dsp:nvSpPr>
      <dsp:spPr>
        <a:xfrm>
          <a:off x="810992" y="3514087"/>
          <a:ext cx="7763094" cy="7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12" tIns="74312" rIns="74312" bIns="743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Online platforms help, but teachers provide deeper context and feedback</a:t>
          </a:r>
        </a:p>
      </dsp:txBody>
      <dsp:txXfrm>
        <a:off x="810992" y="3514087"/>
        <a:ext cx="7763094" cy="702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72FFB-745E-4E0B-B421-D317A67B7D18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59AD6-3C35-44B3-A0E1-CE5CC0018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5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shiour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4400" dirty="0"/>
              <a:t>Why Do We Program?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933745" cy="484632"/>
          </a:xfrm>
        </p:spPr>
        <p:txBody>
          <a:bodyPr>
            <a:normAutofit fontScale="92500"/>
          </a:bodyPr>
          <a:lstStyle/>
          <a:p>
            <a:r>
              <a:rPr lang="en-US" dirty="0"/>
              <a:t>Course Code: CSC1102 &amp;1103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Introduction to Programming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1672D6-6864-6A52-B8DB-9FC462CF9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757058"/>
              </p:ext>
            </p:extLst>
          </p:nvPr>
        </p:nvGraphicFramePr>
        <p:xfrm>
          <a:off x="404101" y="5003162"/>
          <a:ext cx="8482395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89881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77871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404046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96159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575128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7303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pPr algn="r"/>
                      <a:r>
                        <a:rPr lang="en-US" b="0"/>
                        <a:t>Lecturer No: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0.0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/>
                        <a:t>Week No: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/>
                        <a:t>Semester: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Summer 2024-2025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Course Instructor: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Mazid-Ul-Haque, Assistant Professor,</a:t>
                      </a:r>
                    </a:p>
                    <a:p>
                      <a:r>
                        <a:rPr lang="en-US" i="1" dirty="0">
                          <a:hlinkClick r:id="rId2"/>
                        </a:rPr>
                        <a:t>mazid@aiub.edu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0919-40F4-00D0-2034-3902B5CD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Answer……?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C16D-65A8-CC52-473C-3C0AAE35D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23" y="1955260"/>
            <a:ext cx="8574087" cy="4562272"/>
          </a:xfrm>
        </p:spPr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solve complex problems efficiently.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automate repetitive tasks and save time.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build software, apps, and digital tools.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drive innovation in AI, robotics, and science.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control and interact with technology.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express creativity through games, art, and design.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unlock high-paying career opportunities.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develop logical and structured thinking skills.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analyze and visualize data effectively.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connect people globally via the internet.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improve efficiency in businesses and industries.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experiment with new ideas quickly.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secure systems and protect data.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customize technology for personal needs.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prepare for a tech-driven future.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And so on…….</a:t>
            </a:r>
          </a:p>
        </p:txBody>
      </p:sp>
    </p:spTree>
    <p:extLst>
      <p:ext uri="{BB962C8B-B14F-4D97-AF65-F5344CB8AC3E}">
        <p14:creationId xmlns:p14="http://schemas.microsoft.com/office/powerpoint/2010/main" val="421659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E32F-8F07-A733-47F4-AA3A1C7C6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May be to effectively manage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638B-D31A-5136-8895-ED4DE757E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6078"/>
            <a:ext cx="8574087" cy="4200086"/>
          </a:xfrm>
        </p:spPr>
        <p:txBody>
          <a:bodyPr/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is the foundation of all computing—code exists to store, retrieve, manipulate, and analyze it.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Even non-data tasks (e.g., robotics, gaming) rely on information flow (sensor data, user inputs, physics calculations).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If you strip away abstractions, nearly all programming ultimately revolves around data—its shape, flow, and meaning.</a:t>
            </a:r>
          </a:p>
        </p:txBody>
      </p:sp>
    </p:spTree>
    <p:extLst>
      <p:ext uri="{BB962C8B-B14F-4D97-AF65-F5344CB8AC3E}">
        <p14:creationId xmlns:p14="http://schemas.microsoft.com/office/powerpoint/2010/main" val="121031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What is a computer?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AED922-5BAC-8FD2-326D-0A0B8EDD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55261"/>
            <a:ext cx="8574087" cy="18871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Computers are electronic devices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Process electrical signals: ON (high voltage) / OFF (low voltage)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Represented as binary digits: 1 and 0</a:t>
            </a:r>
          </a:p>
          <a:p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Programming Language: Machine Language | Toshiba Electronic Devices &amp;  Storage Corporation | Asia-English">
            <a:extLst>
              <a:ext uri="{FF2B5EF4-FFF2-40B4-BE49-F238E27FC236}">
                <a16:creationId xmlns:a16="http://schemas.microsoft.com/office/drawing/2014/main" id="{ABE49C6D-F505-631B-3AAA-6CF5CB68B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993" y="4340452"/>
            <a:ext cx="5048014" cy="172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49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C054-24FA-A861-049E-9193B3F4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r>
              <a:rPr lang="en-US" dirty="0"/>
              <a:t>What is machine language?</a:t>
            </a:r>
            <a:endParaRPr lang="en-US"/>
          </a:p>
        </p:txBody>
      </p:sp>
      <p:pic>
        <p:nvPicPr>
          <p:cNvPr id="2050" name="Picture 2" descr="A computer screen with numbers and a computer&#10;&#10;AI-generated content may be incorrect.">
            <a:extLst>
              <a:ext uri="{FF2B5EF4-FFF2-40B4-BE49-F238E27FC236}">
                <a16:creationId xmlns:a16="http://schemas.microsoft.com/office/drawing/2014/main" id="{BAC64A71-CBAA-0716-43B6-746A8006D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412" y="2172653"/>
            <a:ext cx="3931920" cy="393192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AB92E-A6ED-4344-C995-227F73F14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912" y="2172653"/>
            <a:ext cx="3931920" cy="39751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Set of instructions directly understood by the CPU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Written in binary (0s and 1s)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Fast for machines, but hard for humans to write/read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Small mistakes can cause big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94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AD57-1170-E1A4-0549-16FCCEC9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r>
              <a:rPr lang="en-US" dirty="0"/>
              <a:t>Data vs Information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F33F6-FC89-3347-BBBF-13A5D4C8B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83" y="1856061"/>
            <a:ext cx="4363141" cy="338397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Data: raw facts and numbers (e.g., 23, 75, “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abc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”)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Information: processed data with meaning (e.g., “Temperature is 23°C”)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Programming helps transform data into useful information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947503-6E4A-8A61-DF31-CBB0A8FCC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3726" y="2088169"/>
            <a:ext cx="3757743" cy="2681662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076" name="Picture 4" descr="Difference Between Data and Information (with Comparison Chart) - Tech  Differences">
            <a:extLst>
              <a:ext uri="{FF2B5EF4-FFF2-40B4-BE49-F238E27FC236}">
                <a16:creationId xmlns:a16="http://schemas.microsoft.com/office/drawing/2014/main" id="{317710B0-31E7-75DC-623C-7F395152A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223" y="4977390"/>
            <a:ext cx="57150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8AB440-BCA0-86AE-F9D8-529350291902}"/>
              </a:ext>
            </a:extLst>
          </p:cNvPr>
          <p:cNvCxnSpPr>
            <a:cxnSpLocks/>
          </p:cNvCxnSpPr>
          <p:nvPr/>
        </p:nvCxnSpPr>
        <p:spPr>
          <a:xfrm>
            <a:off x="1811777" y="4403406"/>
            <a:ext cx="1670725" cy="83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939CE11-5744-1702-C688-6A7FBDEFE2EA}"/>
              </a:ext>
            </a:extLst>
          </p:cNvPr>
          <p:cNvSpPr/>
          <p:nvPr/>
        </p:nvSpPr>
        <p:spPr>
          <a:xfrm>
            <a:off x="787795" y="4085617"/>
            <a:ext cx="1828800" cy="31778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82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67F5-12A0-E7E5-4DA9-1D33F550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human language?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A8E7D-81DE-0978-69CC-108A2B7A72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Human language: creative, rich, but ambiguous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Same request can be expressed in many ways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Cultural and regional variations add complexity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Computers need precise, universal instructions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320D8-418C-2260-F3D5-25747D15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670" y="2874169"/>
            <a:ext cx="3917809" cy="252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2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359D-292D-2027-8A2D-F1FAA0D5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languages: the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278B9-A099-8BA9-132F-CE911B35E1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Special artificial languages created to communicate with machines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Have syntax (rules) and semantics (meaning)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Universal: same code works anywhere in the world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Easier for humans to learn and use than raw binary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CCE9641-CDFC-A1FE-F111-086BE78BC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122" y="2830749"/>
            <a:ext cx="3919269" cy="249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59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C6C6-C206-ECC1-4070-B860972A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&amp; evolution of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CD8BF-8B6C-F729-771F-A8C2C0DFD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89294" y="1944586"/>
            <a:ext cx="5868956" cy="4367724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1940s–50s: Machine language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1950s–70s: Assembly &amp; high-level languages like C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1979: Bjarne Stroustrup begins “C with Classes.”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1983: Renamed to C++, adds classes and basic OOP.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1989–1990: Adds multiple inheritance and templates.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1998: C++98 standard with STL.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2003: C++03 minor fixes.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2011: C++11 adds auto, lambdas, move semantics.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2014: C++14 small enhancements.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2017: C++17 adds structured bindings, parallelism.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2020: C++20 brings concepts, ranges, coroutines.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2023–future: C++23 and beyond refine and modernize further.</a:t>
            </a:r>
          </a:p>
        </p:txBody>
      </p:sp>
      <p:pic>
        <p:nvPicPr>
          <p:cNvPr id="5122" name="Picture 2" descr="CDN media">
            <a:extLst>
              <a:ext uri="{FF2B5EF4-FFF2-40B4-BE49-F238E27FC236}">
                <a16:creationId xmlns:a16="http://schemas.microsoft.com/office/drawing/2014/main" id="{0F90E875-345C-367C-2DBD-30E8662C3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7393"/>
            <a:ext cx="3081993" cy="2447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94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9722-7CA2-0DF7-FE81-C76CBC8E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again, why do we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0D5C3-2CFA-11C5-0AD4-B43172A19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411" y="2151063"/>
            <a:ext cx="8574087" cy="342288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Solve real-world problems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Automate repetitive tasks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Build apps, games, websites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Learn logical thinking &amp; creativity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Programming transforms ideas into actions a computer can perform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97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7089C42-FEF7-9E7F-B752-9157EDB4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r>
              <a:rPr lang="en-US" sz="3900" dirty="0"/>
              <a:t>How to learn programming at university?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45E2AC-2A0A-85D8-9035-6CBCE50BE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630725"/>
              </p:ext>
            </p:extLst>
          </p:nvPr>
        </p:nvGraphicFramePr>
        <p:xfrm>
          <a:off x="284163" y="1906622"/>
          <a:ext cx="8574087" cy="4219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5632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5365970-2C97-8072-1330-391CA70464C2}"/>
              </a:ext>
            </a:extLst>
          </p:cNvPr>
          <p:cNvSpPr txBox="1"/>
          <p:nvPr/>
        </p:nvSpPr>
        <p:spPr>
          <a:xfrm>
            <a:off x="1682885" y="2607012"/>
            <a:ext cx="57782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Let’s begin…. 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9045465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23ff4e-5af7-4051-9371-eadce3aee04b">
      <Terms xmlns="http://schemas.microsoft.com/office/infopath/2007/PartnerControls"/>
    </lcf76f155ced4ddcb4097134ff3c332f>
    <TaxCatchAll xmlns="56c2bd58-f022-4519-86df-90bc6ac9739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3E5BDC5C551145B693F0E5668ABB8D" ma:contentTypeVersion="10" ma:contentTypeDescription="Create a new document." ma:contentTypeScope="" ma:versionID="82bd4821aca71bb7c034cf50b4814e8c">
  <xsd:schema xmlns:xsd="http://www.w3.org/2001/XMLSchema" xmlns:xs="http://www.w3.org/2001/XMLSchema" xmlns:p="http://schemas.microsoft.com/office/2006/metadata/properties" xmlns:ns2="8323ff4e-5af7-4051-9371-eadce3aee04b" xmlns:ns3="56c2bd58-f022-4519-86df-90bc6ac97397" targetNamespace="http://schemas.microsoft.com/office/2006/metadata/properties" ma:root="true" ma:fieldsID="8ea735d269cd94b4092c7adafa5a6e7f" ns2:_="" ns3:_="">
    <xsd:import namespace="8323ff4e-5af7-4051-9371-eadce3aee04b"/>
    <xsd:import namespace="56c2bd58-f022-4519-86df-90bc6ac9739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23ff4e-5af7-4051-9371-eadce3aee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c2bd58-f022-4519-86df-90bc6ac9739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3291586-5168-43f8-986c-7d765cf4ffc0}" ma:internalName="TaxCatchAll" ma:showField="CatchAllData" ma:web="56c2bd58-f022-4519-86df-90bc6ac973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3F5A2E-0694-4CC3-A354-3D03C5BC8A05}">
  <ds:schemaRefs>
    <ds:schemaRef ds:uri="56c2bd58-f022-4519-86df-90bc6ac97397"/>
    <ds:schemaRef ds:uri="8323ff4e-5af7-4051-9371-eadce3aee0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3476EB4-44E7-41B9-A5D2-3FB3D60993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0771AF-78BF-4B35-A66A-705E8E35F1C0}">
  <ds:schemaRefs>
    <ds:schemaRef ds:uri="56c2bd58-f022-4519-86df-90bc6ac97397"/>
    <ds:schemaRef ds:uri="8323ff4e-5af7-4051-9371-eadce3aee0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45</TotalTime>
  <Words>656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Corbel</vt:lpstr>
      <vt:lpstr>Wingdings</vt:lpstr>
      <vt:lpstr>Spectrum</vt:lpstr>
      <vt:lpstr>Why Do We Program?</vt:lpstr>
      <vt:lpstr>Answer……?</vt:lpstr>
      <vt:lpstr>May be to effectively manage data?</vt:lpstr>
      <vt:lpstr>What is a computer?</vt:lpstr>
      <vt:lpstr>What is machine language?</vt:lpstr>
      <vt:lpstr>Data vs Information</vt:lpstr>
      <vt:lpstr>Why not use human language?</vt:lpstr>
      <vt:lpstr>Programming languages: the bridge</vt:lpstr>
      <vt:lpstr>History &amp; evolution of C++</vt:lpstr>
      <vt:lpstr>So again, why do we program?</vt:lpstr>
      <vt:lpstr>How to learn programming at university?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Mazid-Ul-Haque</cp:lastModifiedBy>
  <cp:revision>29</cp:revision>
  <dcterms:created xsi:type="dcterms:W3CDTF">2018-12-10T17:20:29Z</dcterms:created>
  <dcterms:modified xsi:type="dcterms:W3CDTF">2025-07-12T16:40:50Z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0x010100A03E5BDC5C551145B693F0E5668ABB8D</vt:lpwstr>
  </property>
  <property fmtid="{D5CDD505-2E9C-101B-9397-08002B2CF9AE}" pid="3" name="MediaServiceImageTags">
    <vt:lpwstr/>
  </property>
</Properties>
</file>
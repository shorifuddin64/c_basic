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8" r:id="rId5"/>
    <p:sldId id="280" r:id="rId6"/>
    <p:sldId id="281" r:id="rId7"/>
    <p:sldId id="282" r:id="rId8"/>
    <p:sldId id="283" r:id="rId9"/>
    <p:sldId id="269" r:id="rId10"/>
    <p:sldId id="279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EF2C95-E792-4A6A-975E-4660A4EB442B}" v="1" dt="2024-11-01T14:10:13.5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00" autoAdjust="0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8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MIR MD. KAWSUR" userId="f9b2e9bf-e2de-41be-bed1-78ffce4fdd07" providerId="ADAL" clId="{311D0EC5-F6B2-43A9-BF60-21EE2F342583}"/>
    <pc:docChg chg="undo custSel addSld delSld modSld sldOrd">
      <pc:chgData name="MIR MD. KAWSUR" userId="f9b2e9bf-e2de-41be-bed1-78ffce4fdd07" providerId="ADAL" clId="{311D0EC5-F6B2-43A9-BF60-21EE2F342583}" dt="2020-04-30T09:56:49.324" v="1101" actId="20577"/>
      <pc:docMkLst>
        <pc:docMk/>
      </pc:docMkLst>
      <pc:sldChg chg="modSp mod">
        <pc:chgData name="MIR MD. KAWSUR" userId="f9b2e9bf-e2de-41be-bed1-78ffce4fdd07" providerId="ADAL" clId="{311D0EC5-F6B2-43A9-BF60-21EE2F342583}" dt="2020-04-29T09:40:13.556" v="666" actId="20577"/>
        <pc:sldMkLst>
          <pc:docMk/>
          <pc:sldMk cId="700707328" sldId="256"/>
        </pc:sldMkLst>
        <pc:spChg chg="mod">
          <ac:chgData name="MIR MD. KAWSUR" userId="f9b2e9bf-e2de-41be-bed1-78ffce4fdd07" providerId="ADAL" clId="{311D0EC5-F6B2-43A9-BF60-21EE2F342583}" dt="2020-04-29T09:40:13.556" v="666" actId="20577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IR MD. KAWSUR" userId="f9b2e9bf-e2de-41be-bed1-78ffce4fdd07" providerId="ADAL" clId="{311D0EC5-F6B2-43A9-BF60-21EE2F342583}" dt="2020-04-28T06:43:32.114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MIR MD. KAWSUR" userId="f9b2e9bf-e2de-41be-bed1-78ffce4fdd07" providerId="ADAL" clId="{311D0EC5-F6B2-43A9-BF60-21EE2F342583}" dt="2020-04-28T10:49:47.271" v="475" actId="20577"/>
        <pc:sldMkLst>
          <pc:docMk/>
          <pc:sldMk cId="424874041" sldId="257"/>
        </pc:sldMkLst>
        <pc:spChg chg="mod">
          <ac:chgData name="MIR MD. KAWSUR" userId="f9b2e9bf-e2de-41be-bed1-78ffce4fdd07" providerId="ADAL" clId="{311D0EC5-F6B2-43A9-BF60-21EE2F342583}" dt="2020-04-28T10:49:47.271" v="475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MIR MD. KAWSUR" userId="f9b2e9bf-e2de-41be-bed1-78ffce4fdd07" providerId="ADAL" clId="{311D0EC5-F6B2-43A9-BF60-21EE2F342583}" dt="2020-04-28T10:49:30.507" v="466" actId="47"/>
        <pc:sldMkLst>
          <pc:docMk/>
          <pc:sldMk cId="2823762119" sldId="258"/>
        </pc:sldMkLst>
      </pc:sldChg>
      <pc:sldChg chg="modSp mod">
        <pc:chgData name="MIR MD. KAWSUR" userId="f9b2e9bf-e2de-41be-bed1-78ffce4fdd07" providerId="ADAL" clId="{311D0EC5-F6B2-43A9-BF60-21EE2F342583}" dt="2020-04-28T10:49:38.329" v="467" actId="20577"/>
        <pc:sldMkLst>
          <pc:docMk/>
          <pc:sldMk cId="3224969828" sldId="265"/>
        </pc:sldMkLst>
        <pc:spChg chg="mod">
          <ac:chgData name="MIR MD. KAWSUR" userId="f9b2e9bf-e2de-41be-bed1-78ffce4fdd07" providerId="ADAL" clId="{311D0EC5-F6B2-43A9-BF60-21EE2F342583}" dt="2020-04-28T10:49:38.329" v="467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addSp modSp mod modAnim">
        <pc:chgData name="MIR MD. KAWSUR" userId="f9b2e9bf-e2de-41be-bed1-78ffce4fdd07" providerId="ADAL" clId="{311D0EC5-F6B2-43A9-BF60-21EE2F342583}" dt="2020-04-29T09:40:25.271" v="667"/>
        <pc:sldMkLst>
          <pc:docMk/>
          <pc:sldMk cId="2134390752" sldId="266"/>
        </pc:sldMkLst>
        <pc:spChg chg="mod">
          <ac:chgData name="MIR MD. KAWSUR" userId="f9b2e9bf-e2de-41be-bed1-78ffce4fdd07" providerId="ADAL" clId="{311D0EC5-F6B2-43A9-BF60-21EE2F342583}" dt="2020-04-28T06:46:47.644" v="7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06:46:58.144" v="107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311D0EC5-F6B2-43A9-BF60-21EE2F342583}" dt="2020-04-28T08:16:58.366" v="316" actId="33524"/>
          <ac:spMkLst>
            <pc:docMk/>
            <pc:sldMk cId="2134390752" sldId="266"/>
            <ac:spMk id="6" creationId="{37C26D19-85DA-834B-9600-C9820C508897}"/>
          </ac:spMkLst>
        </pc:spChg>
        <pc:picChg chg="add mod">
          <ac:chgData name="MIR MD. KAWSUR" userId="f9b2e9bf-e2de-41be-bed1-78ffce4fdd07" providerId="ADAL" clId="{311D0EC5-F6B2-43A9-BF60-21EE2F342583}" dt="2020-04-28T10:45:14.696" v="409" actId="1076"/>
          <ac:picMkLst>
            <pc:docMk/>
            <pc:sldMk cId="2134390752" sldId="266"/>
            <ac:picMk id="4" creationId="{FC4F17BE-BDE9-4047-A3F8-7AAF2A29C204}"/>
          </ac:picMkLst>
        </pc:picChg>
      </pc:sldChg>
      <pc:sldChg chg="del">
        <pc:chgData name="MIR MD. KAWSUR" userId="f9b2e9bf-e2de-41be-bed1-78ffce4fdd07" providerId="ADAL" clId="{311D0EC5-F6B2-43A9-BF60-21EE2F342583}" dt="2020-04-28T10:49:25.442" v="456" actId="47"/>
        <pc:sldMkLst>
          <pc:docMk/>
          <pc:sldMk cId="3132154582" sldId="267"/>
        </pc:sldMkLst>
      </pc:sldChg>
      <pc:sldChg chg="delSp modSp mod">
        <pc:chgData name="MIR MD. KAWSUR" userId="f9b2e9bf-e2de-41be-bed1-78ffce4fdd07" providerId="ADAL" clId="{311D0EC5-F6B2-43A9-BF60-21EE2F342583}" dt="2020-04-28T08:14:42.841" v="314"/>
        <pc:sldMkLst>
          <pc:docMk/>
          <pc:sldMk cId="379164912" sldId="268"/>
        </pc:sldMkLst>
        <pc:spChg chg="mod">
          <ac:chgData name="MIR MD. KAWSUR" userId="f9b2e9bf-e2de-41be-bed1-78ffce4fdd07" providerId="ADAL" clId="{311D0EC5-F6B2-43A9-BF60-21EE2F342583}" dt="2020-04-28T07:17:49.740" v="225" actId="20577"/>
          <ac:spMkLst>
            <pc:docMk/>
            <pc:sldMk cId="379164912" sldId="268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07:20:08.891" v="269" actId="20577"/>
          <ac:spMkLst>
            <pc:docMk/>
            <pc:sldMk cId="379164912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311D0EC5-F6B2-43A9-BF60-21EE2F342583}" dt="2020-04-28T08:14:42.841" v="314"/>
          <ac:spMkLst>
            <pc:docMk/>
            <pc:sldMk cId="379164912" sldId="268"/>
            <ac:spMk id="6" creationId="{37C26D19-85DA-834B-9600-C9820C508897}"/>
          </ac:spMkLst>
        </pc:spChg>
        <pc:graphicFrameChg chg="del modGraphic">
          <ac:chgData name="MIR MD. KAWSUR" userId="f9b2e9bf-e2de-41be-bed1-78ffce4fdd07" providerId="ADAL" clId="{311D0EC5-F6B2-43A9-BF60-21EE2F342583}" dt="2020-04-28T07:19:46.682" v="227" actId="478"/>
          <ac:graphicFrameMkLst>
            <pc:docMk/>
            <pc:sldMk cId="379164912" sldId="268"/>
            <ac:graphicFrameMk id="3" creationId="{57B55252-0C09-4D90-8CEE-1045D7819BA6}"/>
          </ac:graphicFrameMkLst>
        </pc:graphicFrameChg>
      </pc:sldChg>
      <pc:sldChg chg="modSp mod">
        <pc:chgData name="MIR MD. KAWSUR" userId="f9b2e9bf-e2de-41be-bed1-78ffce4fdd07" providerId="ADAL" clId="{311D0EC5-F6B2-43A9-BF60-21EE2F342583}" dt="2020-04-28T16:57:26.088" v="653"/>
        <pc:sldMkLst>
          <pc:docMk/>
          <pc:sldMk cId="488175174" sldId="269"/>
        </pc:sldMkLst>
        <pc:spChg chg="mod">
          <ac:chgData name="MIR MD. KAWSUR" userId="f9b2e9bf-e2de-41be-bed1-78ffce4fdd07" providerId="ADAL" clId="{311D0EC5-F6B2-43A9-BF60-21EE2F342583}" dt="2020-04-28T08:46:03.598" v="338" actId="20577"/>
          <ac:spMkLst>
            <pc:docMk/>
            <pc:sldMk cId="488175174" sldId="269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16:49:31.792" v="616" actId="20577"/>
          <ac:spMkLst>
            <pc:docMk/>
            <pc:sldMk cId="488175174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311D0EC5-F6B2-43A9-BF60-21EE2F342583}" dt="2020-04-28T16:57:26.088" v="653"/>
          <ac:spMkLst>
            <pc:docMk/>
            <pc:sldMk cId="488175174" sldId="269"/>
            <ac:spMk id="6" creationId="{37C26D19-85DA-834B-9600-C9820C508897}"/>
          </ac:spMkLst>
        </pc:spChg>
      </pc:sldChg>
      <pc:sldChg chg="del">
        <pc:chgData name="MIR MD. KAWSUR" userId="f9b2e9bf-e2de-41be-bed1-78ffce4fdd07" providerId="ADAL" clId="{311D0EC5-F6B2-43A9-BF60-21EE2F342583}" dt="2020-04-28T10:49:26.561" v="459" actId="47"/>
        <pc:sldMkLst>
          <pc:docMk/>
          <pc:sldMk cId="2946039933" sldId="270"/>
        </pc:sldMkLst>
      </pc:sldChg>
      <pc:sldChg chg="del">
        <pc:chgData name="MIR MD. KAWSUR" userId="f9b2e9bf-e2de-41be-bed1-78ffce4fdd07" providerId="ADAL" clId="{311D0EC5-F6B2-43A9-BF60-21EE2F342583}" dt="2020-04-28T10:49:26.376" v="458" actId="47"/>
        <pc:sldMkLst>
          <pc:docMk/>
          <pc:sldMk cId="538611020" sldId="271"/>
        </pc:sldMkLst>
      </pc:sldChg>
      <pc:sldChg chg="del">
        <pc:chgData name="MIR MD. KAWSUR" userId="f9b2e9bf-e2de-41be-bed1-78ffce4fdd07" providerId="ADAL" clId="{311D0EC5-F6B2-43A9-BF60-21EE2F342583}" dt="2020-04-28T10:49:26.044" v="457" actId="47"/>
        <pc:sldMkLst>
          <pc:docMk/>
          <pc:sldMk cId="2730984201" sldId="272"/>
        </pc:sldMkLst>
      </pc:sldChg>
      <pc:sldChg chg="del">
        <pc:chgData name="MIR MD. KAWSUR" userId="f9b2e9bf-e2de-41be-bed1-78ffce4fdd07" providerId="ADAL" clId="{311D0EC5-F6B2-43A9-BF60-21EE2F342583}" dt="2020-04-28T10:49:26.766" v="460" actId="47"/>
        <pc:sldMkLst>
          <pc:docMk/>
          <pc:sldMk cId="2824015" sldId="273"/>
        </pc:sldMkLst>
      </pc:sldChg>
      <pc:sldChg chg="del">
        <pc:chgData name="MIR MD. KAWSUR" userId="f9b2e9bf-e2de-41be-bed1-78ffce4fdd07" providerId="ADAL" clId="{311D0EC5-F6B2-43A9-BF60-21EE2F342583}" dt="2020-04-28T10:49:27.735" v="462" actId="47"/>
        <pc:sldMkLst>
          <pc:docMk/>
          <pc:sldMk cId="1439937840" sldId="274"/>
        </pc:sldMkLst>
      </pc:sldChg>
      <pc:sldChg chg="del">
        <pc:chgData name="MIR MD. KAWSUR" userId="f9b2e9bf-e2de-41be-bed1-78ffce4fdd07" providerId="ADAL" clId="{311D0EC5-F6B2-43A9-BF60-21EE2F342583}" dt="2020-04-28T10:49:27.317" v="461" actId="47"/>
        <pc:sldMkLst>
          <pc:docMk/>
          <pc:sldMk cId="1773732609" sldId="275"/>
        </pc:sldMkLst>
      </pc:sldChg>
      <pc:sldChg chg="del">
        <pc:chgData name="MIR MD. KAWSUR" userId="f9b2e9bf-e2de-41be-bed1-78ffce4fdd07" providerId="ADAL" clId="{311D0EC5-F6B2-43A9-BF60-21EE2F342583}" dt="2020-04-28T10:49:28.155" v="463" actId="47"/>
        <pc:sldMkLst>
          <pc:docMk/>
          <pc:sldMk cId="2966524781" sldId="276"/>
        </pc:sldMkLst>
      </pc:sldChg>
      <pc:sldChg chg="del">
        <pc:chgData name="MIR MD. KAWSUR" userId="f9b2e9bf-e2de-41be-bed1-78ffce4fdd07" providerId="ADAL" clId="{311D0EC5-F6B2-43A9-BF60-21EE2F342583}" dt="2020-04-28T10:49:28.684" v="464" actId="47"/>
        <pc:sldMkLst>
          <pc:docMk/>
          <pc:sldMk cId="2383403374" sldId="277"/>
        </pc:sldMkLst>
      </pc:sldChg>
      <pc:sldChg chg="del">
        <pc:chgData name="MIR MD. KAWSUR" userId="f9b2e9bf-e2de-41be-bed1-78ffce4fdd07" providerId="ADAL" clId="{311D0EC5-F6B2-43A9-BF60-21EE2F342583}" dt="2020-04-28T10:49:29.408" v="465" actId="47"/>
        <pc:sldMkLst>
          <pc:docMk/>
          <pc:sldMk cId="1290791371" sldId="278"/>
        </pc:sldMkLst>
      </pc:sldChg>
      <pc:sldChg chg="addSp delSp modSp add mod">
        <pc:chgData name="MIR MD. KAWSUR" userId="f9b2e9bf-e2de-41be-bed1-78ffce4fdd07" providerId="ADAL" clId="{311D0EC5-F6B2-43A9-BF60-21EE2F342583}" dt="2020-04-28T10:49:10.696" v="455" actId="1076"/>
        <pc:sldMkLst>
          <pc:docMk/>
          <pc:sldMk cId="1093368910" sldId="279"/>
        </pc:sldMkLst>
        <pc:spChg chg="mod">
          <ac:chgData name="MIR MD. KAWSUR" userId="f9b2e9bf-e2de-41be-bed1-78ffce4fdd07" providerId="ADAL" clId="{311D0EC5-F6B2-43A9-BF60-21EE2F342583}" dt="2020-04-28T10:48:03.672" v="423" actId="20577"/>
          <ac:spMkLst>
            <pc:docMk/>
            <pc:sldMk cId="1093368910" sldId="279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10:48:16.573" v="444" actId="20577"/>
          <ac:spMkLst>
            <pc:docMk/>
            <pc:sldMk cId="1093368910" sldId="279"/>
            <ac:spMk id="5" creationId="{3322CB79-31E6-2043-9768-6699756B1FD4}"/>
          </ac:spMkLst>
        </pc:spChg>
        <pc:spChg chg="del mod">
          <ac:chgData name="MIR MD. KAWSUR" userId="f9b2e9bf-e2de-41be-bed1-78ffce4fdd07" providerId="ADAL" clId="{311D0EC5-F6B2-43A9-BF60-21EE2F342583}" dt="2020-04-28T10:48:48.446" v="450" actId="478"/>
          <ac:spMkLst>
            <pc:docMk/>
            <pc:sldMk cId="1093368910" sldId="279"/>
            <ac:spMk id="6" creationId="{37C26D19-85DA-834B-9600-C9820C508897}"/>
          </ac:spMkLst>
        </pc:spChg>
        <pc:picChg chg="add mod">
          <ac:chgData name="MIR MD. KAWSUR" userId="f9b2e9bf-e2de-41be-bed1-78ffce4fdd07" providerId="ADAL" clId="{311D0EC5-F6B2-43A9-BF60-21EE2F342583}" dt="2020-04-28T10:49:10.696" v="455" actId="1076"/>
          <ac:picMkLst>
            <pc:docMk/>
            <pc:sldMk cId="1093368910" sldId="279"/>
            <ac:picMk id="3" creationId="{87E7719E-84AA-4F35-9976-AD342A6FFF39}"/>
          </ac:picMkLst>
        </pc:picChg>
      </pc:sldChg>
      <pc:sldChg chg="addSp delSp modSp add mod ord">
        <pc:chgData name="MIR MD. KAWSUR" userId="f9b2e9bf-e2de-41be-bed1-78ffce4fdd07" providerId="ADAL" clId="{311D0EC5-F6B2-43A9-BF60-21EE2F342583}" dt="2020-04-28T16:53:27.119" v="648" actId="20577"/>
        <pc:sldMkLst>
          <pc:docMk/>
          <pc:sldMk cId="65513252" sldId="280"/>
        </pc:sldMkLst>
        <pc:spChg chg="add del">
          <ac:chgData name="MIR MD. KAWSUR" userId="f9b2e9bf-e2de-41be-bed1-78ffce4fdd07" providerId="ADAL" clId="{311D0EC5-F6B2-43A9-BF60-21EE2F342583}" dt="2020-04-28T16:50:37.791" v="626"/>
          <ac:spMkLst>
            <pc:docMk/>
            <pc:sldMk cId="65513252" sldId="280"/>
            <ac:spMk id="3" creationId="{C344A9C5-0F6D-49EF-A085-4DFA68D458EE}"/>
          </ac:spMkLst>
        </pc:spChg>
        <pc:spChg chg="mod">
          <ac:chgData name="MIR MD. KAWSUR" userId="f9b2e9bf-e2de-41be-bed1-78ffce4fdd07" providerId="ADAL" clId="{311D0EC5-F6B2-43A9-BF60-21EE2F342583}" dt="2020-04-28T16:48:39.462" v="580" actId="20577"/>
          <ac:spMkLst>
            <pc:docMk/>
            <pc:sldMk cId="65513252" sldId="280"/>
            <ac:spMk id="5" creationId="{3322CB79-31E6-2043-9768-6699756B1FD4}"/>
          </ac:spMkLst>
        </pc:spChg>
        <pc:spChg chg="mod">
          <ac:chgData name="MIR MD. KAWSUR" userId="f9b2e9bf-e2de-41be-bed1-78ffce4fdd07" providerId="ADAL" clId="{311D0EC5-F6B2-43A9-BF60-21EE2F342583}" dt="2020-04-28T16:53:27.119" v="648" actId="20577"/>
          <ac:spMkLst>
            <pc:docMk/>
            <pc:sldMk cId="65513252" sldId="280"/>
            <ac:spMk id="6" creationId="{37C26D19-85DA-834B-9600-C9820C508897}"/>
          </ac:spMkLst>
        </pc:spChg>
      </pc:sldChg>
      <pc:sldChg chg="addSp delSp modSp add mod">
        <pc:chgData name="MIR MD. KAWSUR" userId="f9b2e9bf-e2de-41be-bed1-78ffce4fdd07" providerId="ADAL" clId="{311D0EC5-F6B2-43A9-BF60-21EE2F342583}" dt="2020-04-30T09:56:49.324" v="1101" actId="20577"/>
        <pc:sldMkLst>
          <pc:docMk/>
          <pc:sldMk cId="1463684929" sldId="281"/>
        </pc:sldMkLst>
        <pc:spChg chg="add del">
          <ac:chgData name="MIR MD. KAWSUR" userId="f9b2e9bf-e2de-41be-bed1-78ffce4fdd07" providerId="ADAL" clId="{311D0EC5-F6B2-43A9-BF60-21EE2F342583}" dt="2020-04-30T09:31:28.882" v="710"/>
          <ac:spMkLst>
            <pc:docMk/>
            <pc:sldMk cId="1463684929" sldId="281"/>
            <ac:spMk id="3" creationId="{8CE7A05B-7098-402C-B800-CD9C8AE188F1}"/>
          </ac:spMkLst>
        </pc:spChg>
        <pc:spChg chg="add del">
          <ac:chgData name="MIR MD. KAWSUR" userId="f9b2e9bf-e2de-41be-bed1-78ffce4fdd07" providerId="ADAL" clId="{311D0EC5-F6B2-43A9-BF60-21EE2F342583}" dt="2020-04-30T09:31:36.840" v="714"/>
          <ac:spMkLst>
            <pc:docMk/>
            <pc:sldMk cId="1463684929" sldId="281"/>
            <ac:spMk id="4" creationId="{58CE42E9-3668-4772-AD4C-182D46493F52}"/>
          </ac:spMkLst>
        </pc:spChg>
        <pc:spChg chg="mod">
          <ac:chgData name="MIR MD. KAWSUR" userId="f9b2e9bf-e2de-41be-bed1-78ffce4fdd07" providerId="ADAL" clId="{311D0EC5-F6B2-43A9-BF60-21EE2F342583}" dt="2020-04-30T09:26:34.348" v="708" actId="20577"/>
          <ac:spMkLst>
            <pc:docMk/>
            <pc:sldMk cId="1463684929" sldId="281"/>
            <ac:spMk id="5" creationId="{3322CB79-31E6-2043-9768-6699756B1FD4}"/>
          </ac:spMkLst>
        </pc:spChg>
        <pc:spChg chg="mod">
          <ac:chgData name="MIR MD. KAWSUR" userId="f9b2e9bf-e2de-41be-bed1-78ffce4fdd07" providerId="ADAL" clId="{311D0EC5-F6B2-43A9-BF60-21EE2F342583}" dt="2020-04-30T09:56:49.324" v="1101" actId="20577"/>
          <ac:spMkLst>
            <pc:docMk/>
            <pc:sldMk cId="1463684929" sldId="281"/>
            <ac:spMk id="6" creationId="{37C26D19-85DA-834B-9600-C9820C508897}"/>
          </ac:spMkLst>
        </pc:spChg>
      </pc:sldChg>
      <pc:sldChg chg="modSp add mod">
        <pc:chgData name="MIR MD. KAWSUR" userId="f9b2e9bf-e2de-41be-bed1-78ffce4fdd07" providerId="ADAL" clId="{311D0EC5-F6B2-43A9-BF60-21EE2F342583}" dt="2020-04-30T09:56:23.592" v="1100" actId="20577"/>
        <pc:sldMkLst>
          <pc:docMk/>
          <pc:sldMk cId="3223639111" sldId="282"/>
        </pc:sldMkLst>
        <pc:spChg chg="mod">
          <ac:chgData name="MIR MD. KAWSUR" userId="f9b2e9bf-e2de-41be-bed1-78ffce4fdd07" providerId="ADAL" clId="{311D0EC5-F6B2-43A9-BF60-21EE2F342583}" dt="2020-04-30T09:56:23.592" v="1100" actId="20577"/>
          <ac:spMkLst>
            <pc:docMk/>
            <pc:sldMk cId="3223639111" sldId="282"/>
            <ac:spMk id="6" creationId="{37C26D19-85DA-834B-9600-C9820C508897}"/>
          </ac:spMkLst>
        </pc:spChg>
      </pc:sldChg>
      <pc:sldChg chg="addSp delSp modSp add mod">
        <pc:chgData name="MIR MD. KAWSUR" userId="f9b2e9bf-e2de-41be-bed1-78ffce4fdd07" providerId="ADAL" clId="{311D0EC5-F6B2-43A9-BF60-21EE2F342583}" dt="2020-04-30T09:55:39.876" v="1098" actId="20577"/>
        <pc:sldMkLst>
          <pc:docMk/>
          <pc:sldMk cId="216542030" sldId="283"/>
        </pc:sldMkLst>
        <pc:spChg chg="add del">
          <ac:chgData name="MIR MD. KAWSUR" userId="f9b2e9bf-e2de-41be-bed1-78ffce4fdd07" providerId="ADAL" clId="{311D0EC5-F6B2-43A9-BF60-21EE2F342583}" dt="2020-04-30T09:54:52.030" v="1088"/>
          <ac:spMkLst>
            <pc:docMk/>
            <pc:sldMk cId="216542030" sldId="283"/>
            <ac:spMk id="3" creationId="{148A009C-79F0-4363-8E34-F97A1C32628D}"/>
          </ac:spMkLst>
        </pc:spChg>
        <pc:spChg chg="add del mod">
          <ac:chgData name="MIR MD. KAWSUR" userId="f9b2e9bf-e2de-41be-bed1-78ffce4fdd07" providerId="ADAL" clId="{311D0EC5-F6B2-43A9-BF60-21EE2F342583}" dt="2020-04-30T09:55:39.876" v="1098" actId="20577"/>
          <ac:spMkLst>
            <pc:docMk/>
            <pc:sldMk cId="216542030" sldId="283"/>
            <ac:spMk id="6" creationId="{37C26D19-85DA-834B-9600-C9820C508897}"/>
          </ac:spMkLst>
        </pc:spChg>
      </pc:sldChg>
    </pc:docChg>
  </pc:docChgLst>
  <pc:docChgLst>
    <pc:chgData name="MIR MD. KAWSUR" userId="f9b2e9bf-e2de-41be-bed1-78ffce4fdd07" providerId="ADAL" clId="{C071C8CA-C310-440C-867D-C86E95939DE1}"/>
    <pc:docChg chg="custSel modSld">
      <pc:chgData name="MIR MD. KAWSUR" userId="f9b2e9bf-e2de-41be-bed1-78ffce4fdd07" providerId="ADAL" clId="{C071C8CA-C310-440C-867D-C86E95939DE1}" dt="2020-04-28T04:57:10.704" v="26" actId="20577"/>
      <pc:docMkLst>
        <pc:docMk/>
      </pc:docMkLst>
      <pc:sldChg chg="modSp mod">
        <pc:chgData name="MIR MD. KAWSUR" userId="f9b2e9bf-e2de-41be-bed1-78ffce4fdd07" providerId="ADAL" clId="{C071C8CA-C310-440C-867D-C86E95939DE1}" dt="2020-04-28T04:44:54.562" v="13" actId="20577"/>
        <pc:sldMkLst>
          <pc:docMk/>
          <pc:sldMk cId="424874041" sldId="257"/>
        </pc:sldMkLst>
        <pc:spChg chg="mod">
          <ac:chgData name="MIR MD. KAWSUR" userId="f9b2e9bf-e2de-41be-bed1-78ffce4fdd07" providerId="ADAL" clId="{C071C8CA-C310-440C-867D-C86E95939DE1}" dt="2020-04-28T04:44:54.562" v="13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modSp mod">
        <pc:chgData name="MIR MD. KAWSUR" userId="f9b2e9bf-e2de-41be-bed1-78ffce4fdd07" providerId="ADAL" clId="{C071C8CA-C310-440C-867D-C86E95939DE1}" dt="2020-04-28T04:57:10.704" v="26" actId="20577"/>
        <pc:sldMkLst>
          <pc:docMk/>
          <pc:sldMk cId="2134390752" sldId="266"/>
        </pc:sldMkLst>
        <pc:spChg chg="mod">
          <ac:chgData name="MIR MD. KAWSUR" userId="f9b2e9bf-e2de-41be-bed1-78ffce4fdd07" providerId="ADAL" clId="{C071C8CA-C310-440C-867D-C86E95939DE1}" dt="2020-04-28T04:57:10.704" v="26" actId="20577"/>
          <ac:spMkLst>
            <pc:docMk/>
            <pc:sldMk cId="2134390752" sldId="266"/>
            <ac:spMk id="2" creationId="{00000000-0000-0000-0000-000000000000}"/>
          </ac:spMkLst>
        </pc:spChg>
      </pc:sldChg>
    </pc:docChg>
  </pc:docChgLst>
  <pc:docChgLst>
    <pc:chgData name="Nyme Ahmed" userId="dc44b642-4733-4b7f-b204-acd223264e3c" providerId="ADAL" clId="{F9EF2C95-E792-4A6A-975E-4660A4EB442B}"/>
    <pc:docChg chg="custSel modSld">
      <pc:chgData name="Nyme Ahmed" userId="dc44b642-4733-4b7f-b204-acd223264e3c" providerId="ADAL" clId="{F9EF2C95-E792-4A6A-975E-4660A4EB442B}" dt="2024-11-01T14:10:21.550" v="8" actId="20577"/>
      <pc:docMkLst>
        <pc:docMk/>
      </pc:docMkLst>
      <pc:sldChg chg="addSp delSp modSp mod">
        <pc:chgData name="Nyme Ahmed" userId="dc44b642-4733-4b7f-b204-acd223264e3c" providerId="ADAL" clId="{F9EF2C95-E792-4A6A-975E-4660A4EB442B}" dt="2024-11-01T14:10:21.550" v="8" actId="20577"/>
        <pc:sldMkLst>
          <pc:docMk/>
          <pc:sldMk cId="700707328" sldId="256"/>
        </pc:sldMkLst>
        <pc:graphicFrameChg chg="add mod modGraphic">
          <ac:chgData name="Nyme Ahmed" userId="dc44b642-4733-4b7f-b204-acd223264e3c" providerId="ADAL" clId="{F9EF2C95-E792-4A6A-975E-4660A4EB442B}" dt="2024-11-01T14:10:21.550" v="8" actId="20577"/>
          <ac:graphicFrameMkLst>
            <pc:docMk/>
            <pc:sldMk cId="700707328" sldId="256"/>
            <ac:graphicFrameMk id="5" creationId="{3B99C994-906C-B997-90A1-D9CAD0CC449E}"/>
          </ac:graphicFrameMkLst>
        </pc:graphicFrameChg>
        <pc:graphicFrameChg chg="del">
          <ac:chgData name="Nyme Ahmed" userId="dc44b642-4733-4b7f-b204-acd223264e3c" providerId="ADAL" clId="{F9EF2C95-E792-4A6A-975E-4660A4EB442B}" dt="2024-11-01T14:10:12.546" v="0" actId="478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MIR MD. KAWSUR" userId="f9b2e9bf-e2de-41be-bed1-78ffce4fdd07" providerId="ADAL" clId="{ADBCB527-9EE9-42ED-A001-CACA2B7DAF4D}"/>
    <pc:docChg chg="undo redo custSel mod addSld delSld modSld sldOrd">
      <pc:chgData name="MIR MD. KAWSUR" userId="f9b2e9bf-e2de-41be-bed1-78ffce4fdd07" providerId="ADAL" clId="{ADBCB527-9EE9-42ED-A001-CACA2B7DAF4D}" dt="2020-04-28T04:36:21.742" v="4738" actId="20577"/>
      <pc:docMkLst>
        <pc:docMk/>
      </pc:docMkLst>
      <pc:sldChg chg="modSp mod">
        <pc:chgData name="MIR MD. KAWSUR" userId="f9b2e9bf-e2de-41be-bed1-78ffce4fdd07" providerId="ADAL" clId="{ADBCB527-9EE9-42ED-A001-CACA2B7DAF4D}" dt="2020-04-26T06:36:21.046" v="131" actId="20577"/>
        <pc:sldMkLst>
          <pc:docMk/>
          <pc:sldMk cId="700707328" sldId="256"/>
        </pc:sldMkLst>
        <pc:spChg chg="mod">
          <ac:chgData name="MIR MD. KAWSUR" userId="f9b2e9bf-e2de-41be-bed1-78ffce4fdd07" providerId="ADAL" clId="{ADBCB527-9EE9-42ED-A001-CACA2B7DAF4D}" dt="2020-04-26T06:18:32.124" v="42" actId="20577"/>
          <ac:spMkLst>
            <pc:docMk/>
            <pc:sldMk cId="700707328" sldId="256"/>
            <ac:spMk id="3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06:30:25.385" v="87" actId="20577"/>
          <ac:spMkLst>
            <pc:docMk/>
            <pc:sldMk cId="700707328" sldId="256"/>
            <ac:spMk id="8" creationId="{FF0F860A-68ED-3A45-9B2E-50E8CE1BC6B7}"/>
          </ac:spMkLst>
        </pc:spChg>
        <pc:graphicFrameChg chg="mod modGraphic">
          <ac:chgData name="MIR MD. KAWSUR" userId="f9b2e9bf-e2de-41be-bed1-78ffce4fdd07" providerId="ADAL" clId="{ADBCB527-9EE9-42ED-A001-CACA2B7DAF4D}" dt="2020-04-26T06:36:21.046" v="13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MIR MD. KAWSUR" userId="f9b2e9bf-e2de-41be-bed1-78ffce4fdd07" providerId="ADAL" clId="{ADBCB527-9EE9-42ED-A001-CACA2B7DAF4D}" dt="2020-04-26T06:37:13.014" v="247" actId="20577"/>
        <pc:sldMkLst>
          <pc:docMk/>
          <pc:sldMk cId="424874041" sldId="257"/>
        </pc:sldMkLst>
        <pc:spChg chg="mod">
          <ac:chgData name="MIR MD. KAWSUR" userId="f9b2e9bf-e2de-41be-bed1-78ffce4fdd07" providerId="ADAL" clId="{ADBCB527-9EE9-42ED-A001-CACA2B7DAF4D}" dt="2020-04-26T06:37:13.014" v="24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addSp modSp mod">
        <pc:chgData name="MIR MD. KAWSUR" userId="f9b2e9bf-e2de-41be-bed1-78ffce4fdd07" providerId="ADAL" clId="{ADBCB527-9EE9-42ED-A001-CACA2B7DAF4D}" dt="2020-04-27T10:01:52.423" v="2174" actId="1076"/>
        <pc:sldMkLst>
          <pc:docMk/>
          <pc:sldMk cId="1923382373" sldId="264"/>
        </pc:sldMkLst>
        <pc:spChg chg="mod">
          <ac:chgData name="MIR MD. KAWSUR" userId="f9b2e9bf-e2de-41be-bed1-78ffce4fdd07" providerId="ADAL" clId="{ADBCB527-9EE9-42ED-A001-CACA2B7DAF4D}" dt="2020-04-27T10:01:16.223" v="2167" actId="20577"/>
          <ac:spMkLst>
            <pc:docMk/>
            <pc:sldMk cId="1923382373" sldId="264"/>
            <ac:spMk id="5" creationId="{F2944A7F-5AE5-EC49-82AF-722C8C8F62C6}"/>
          </ac:spMkLst>
        </pc:spChg>
        <pc:picChg chg="add mod">
          <ac:chgData name="MIR MD. KAWSUR" userId="f9b2e9bf-e2de-41be-bed1-78ffce4fdd07" providerId="ADAL" clId="{ADBCB527-9EE9-42ED-A001-CACA2B7DAF4D}" dt="2020-04-27T10:01:52.423" v="2174" actId="1076"/>
          <ac:picMkLst>
            <pc:docMk/>
            <pc:sldMk cId="1923382373" sldId="264"/>
            <ac:picMk id="3" creationId="{66BB96CC-81B0-46C9-A6FC-228FB5234B39}"/>
          </ac:picMkLst>
        </pc:picChg>
      </pc:sldChg>
      <pc:sldChg chg="modSp mod">
        <pc:chgData name="MIR MD. KAWSUR" userId="f9b2e9bf-e2de-41be-bed1-78ffce4fdd07" providerId="ADAL" clId="{ADBCB527-9EE9-42ED-A001-CACA2B7DAF4D}" dt="2020-04-27T09:57:44.975" v="2075"/>
        <pc:sldMkLst>
          <pc:docMk/>
          <pc:sldMk cId="3224969828" sldId="265"/>
        </pc:sldMkLst>
        <pc:spChg chg="mod">
          <ac:chgData name="MIR MD. KAWSUR" userId="f9b2e9bf-e2de-41be-bed1-78ffce4fdd07" providerId="ADAL" clId="{ADBCB527-9EE9-42ED-A001-CACA2B7DAF4D}" dt="2020-04-27T09:57:44.975" v="2075"/>
          <ac:spMkLst>
            <pc:docMk/>
            <pc:sldMk cId="3224969828" sldId="265"/>
            <ac:spMk id="3" creationId="{56CD2EA8-B54C-CE4F-A943-BFB367453E0E}"/>
          </ac:spMkLst>
        </pc:spChg>
      </pc:sldChg>
      <pc:sldChg chg="modSp mod">
        <pc:chgData name="MIR MD. KAWSUR" userId="f9b2e9bf-e2de-41be-bed1-78ffce4fdd07" providerId="ADAL" clId="{ADBCB527-9EE9-42ED-A001-CACA2B7DAF4D}" dt="2020-04-26T19:43:01.335" v="1026" actId="20577"/>
        <pc:sldMkLst>
          <pc:docMk/>
          <pc:sldMk cId="2134390752" sldId="266"/>
        </pc:sldMkLst>
        <pc:spChg chg="mod">
          <ac:chgData name="MIR MD. KAWSUR" userId="f9b2e9bf-e2de-41be-bed1-78ffce4fdd07" providerId="ADAL" clId="{ADBCB527-9EE9-42ED-A001-CACA2B7DAF4D}" dt="2020-04-26T06:37:35.662" v="292" actId="27636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19:43:01.335" v="1026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6T16:21:11.988" v="499" actId="113"/>
          <ac:spMkLst>
            <pc:docMk/>
            <pc:sldMk cId="2134390752" sldId="266"/>
            <ac:spMk id="6" creationId="{37C26D19-85DA-834B-9600-C9820C508897}"/>
          </ac:spMkLst>
        </pc:spChg>
      </pc:sldChg>
      <pc:sldChg chg="addSp delSp modSp mod modClrScheme chgLayout">
        <pc:chgData name="MIR MD. KAWSUR" userId="f9b2e9bf-e2de-41be-bed1-78ffce4fdd07" providerId="ADAL" clId="{ADBCB527-9EE9-42ED-A001-CACA2B7DAF4D}" dt="2020-04-27T08:47:21.329" v="2057" actId="14100"/>
        <pc:sldMkLst>
          <pc:docMk/>
          <pc:sldMk cId="3132154582" sldId="267"/>
        </pc:sldMkLst>
        <pc:spChg chg="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2" creationId="{00000000-0000-0000-0000-000000000000}"/>
          </ac:spMkLst>
        </pc:spChg>
        <pc:spChg chg="add del mod ord">
          <ac:chgData name="MIR MD. KAWSUR" userId="f9b2e9bf-e2de-41be-bed1-78ffce4fdd07" providerId="ADAL" clId="{ADBCB527-9EE9-42ED-A001-CACA2B7DAF4D}" dt="2020-04-27T08:46:53.861" v="2053" actId="20577"/>
          <ac:spMkLst>
            <pc:docMk/>
            <pc:sldMk cId="3132154582" sldId="267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5" creationId="{3322CB79-31E6-2043-9768-6699756B1FD4}"/>
          </ac:spMkLst>
        </pc:spChg>
        <pc:spChg chg="add del mod">
          <ac:chgData name="MIR MD. KAWSUR" userId="f9b2e9bf-e2de-41be-bed1-78ffce4fdd07" providerId="ADAL" clId="{ADBCB527-9EE9-42ED-A001-CACA2B7DAF4D}" dt="2020-04-27T08:45:12.012" v="2025"/>
          <ac:spMkLst>
            <pc:docMk/>
            <pc:sldMk cId="3132154582" sldId="267"/>
            <ac:spMk id="7" creationId="{B5727ACA-B1E9-45C2-A496-1F91393545A9}"/>
          </ac:spMkLst>
        </pc:spChg>
        <pc:spChg chg="add del 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11" creationId="{C5D88FC8-583C-4585-B9D9-14CC2F815273}"/>
          </ac:spMkLst>
        </pc:spChg>
        <pc:picChg chg="add del mod">
          <ac:chgData name="MIR MD. KAWSUR" userId="f9b2e9bf-e2de-41be-bed1-78ffce4fdd07" providerId="ADAL" clId="{ADBCB527-9EE9-42ED-A001-CACA2B7DAF4D}" dt="2020-04-27T08:44:50.978" v="2020" actId="478"/>
          <ac:picMkLst>
            <pc:docMk/>
            <pc:sldMk cId="3132154582" sldId="267"/>
            <ac:picMk id="6" creationId="{60BE6683-DBE4-4CCA-9587-941BFC86CD23}"/>
          </ac:picMkLst>
        </pc:picChg>
        <pc:picChg chg="add mod">
          <ac:chgData name="MIR MD. KAWSUR" userId="f9b2e9bf-e2de-41be-bed1-78ffce4fdd07" providerId="ADAL" clId="{ADBCB527-9EE9-42ED-A001-CACA2B7DAF4D}" dt="2020-04-27T08:47:21.329" v="2057" actId="14100"/>
          <ac:picMkLst>
            <pc:docMk/>
            <pc:sldMk cId="3132154582" sldId="267"/>
            <ac:picMk id="9" creationId="{CA779F2A-F817-402B-B48F-A0E46A13285E}"/>
          </ac:picMkLst>
        </pc:picChg>
      </pc:sldChg>
      <pc:sldChg chg="addSp modSp add mod">
        <pc:chgData name="MIR MD. KAWSUR" userId="f9b2e9bf-e2de-41be-bed1-78ffce4fdd07" providerId="ADAL" clId="{ADBCB527-9EE9-42ED-A001-CACA2B7DAF4D}" dt="2020-04-26T20:31:01.771" v="1585" actId="1076"/>
        <pc:sldMkLst>
          <pc:docMk/>
          <pc:sldMk cId="379164912" sldId="268"/>
        </pc:sldMkLst>
        <pc:spChg chg="mod">
          <ac:chgData name="MIR MD. KAWSUR" userId="f9b2e9bf-e2de-41be-bed1-78ffce4fdd07" providerId="ADAL" clId="{ADBCB527-9EE9-42ED-A001-CACA2B7DAF4D}" dt="2020-04-26T19:27:09.631" v="1022" actId="20577"/>
          <ac:spMkLst>
            <pc:docMk/>
            <pc:sldMk cId="379164912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6T16:34:09.430" v="586" actId="5793"/>
          <ac:spMkLst>
            <pc:docMk/>
            <pc:sldMk cId="379164912" sldId="268"/>
            <ac:spMk id="6" creationId="{37C26D19-85DA-834B-9600-C9820C508897}"/>
          </ac:spMkLst>
        </pc:spChg>
        <pc:graphicFrameChg chg="add mod modGraphic">
          <ac:chgData name="MIR MD. KAWSUR" userId="f9b2e9bf-e2de-41be-bed1-78ffce4fdd07" providerId="ADAL" clId="{ADBCB527-9EE9-42ED-A001-CACA2B7DAF4D}" dt="2020-04-26T20:31:01.771" v="1585" actId="1076"/>
          <ac:graphicFrameMkLst>
            <pc:docMk/>
            <pc:sldMk cId="379164912" sldId="268"/>
            <ac:graphicFrameMk id="3" creationId="{57B55252-0C09-4D90-8CEE-1045D7819BA6}"/>
          </ac:graphicFrameMkLst>
        </pc:graphicFrameChg>
      </pc:sldChg>
      <pc:sldChg chg="delSp modSp add mod">
        <pc:chgData name="MIR MD. KAWSUR" userId="f9b2e9bf-e2de-41be-bed1-78ffce4fdd07" providerId="ADAL" clId="{ADBCB527-9EE9-42ED-A001-CACA2B7DAF4D}" dt="2020-04-27T06:17:07.118" v="1781" actId="113"/>
        <pc:sldMkLst>
          <pc:docMk/>
          <pc:sldMk cId="488175174" sldId="269"/>
        </pc:sldMkLst>
        <pc:spChg chg="mod">
          <ac:chgData name="MIR MD. KAWSUR" userId="f9b2e9bf-e2de-41be-bed1-78ffce4fdd07" providerId="ADAL" clId="{ADBCB527-9EE9-42ED-A001-CACA2B7DAF4D}" dt="2020-04-26T19:24:56.904" v="1008" actId="1076"/>
          <ac:spMkLst>
            <pc:docMk/>
            <pc:sldMk cId="488175174" sldId="269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19:27:14.302" v="1024" actId="20577"/>
          <ac:spMkLst>
            <pc:docMk/>
            <pc:sldMk cId="488175174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7T06:17:07.118" v="1781" actId="113"/>
          <ac:spMkLst>
            <pc:docMk/>
            <pc:sldMk cId="488175174" sldId="269"/>
            <ac:spMk id="6" creationId="{37C26D19-85DA-834B-9600-C9820C508897}"/>
          </ac:spMkLst>
        </pc:spChg>
        <pc:graphicFrameChg chg="del">
          <ac:chgData name="MIR MD. KAWSUR" userId="f9b2e9bf-e2de-41be-bed1-78ffce4fdd07" providerId="ADAL" clId="{ADBCB527-9EE9-42ED-A001-CACA2B7DAF4D}" dt="2020-04-26T19:16:41.774" v="930" actId="478"/>
          <ac:graphicFrameMkLst>
            <pc:docMk/>
            <pc:sldMk cId="488175174" sldId="269"/>
            <ac:graphicFrameMk id="3" creationId="{57B55252-0C09-4D90-8CEE-1045D7819BA6}"/>
          </ac:graphicFrameMkLst>
        </pc:graphicFrameChg>
      </pc:sldChg>
      <pc:sldChg chg="modSp add mod">
        <pc:chgData name="MIR MD. KAWSUR" userId="f9b2e9bf-e2de-41be-bed1-78ffce4fdd07" providerId="ADAL" clId="{ADBCB527-9EE9-42ED-A001-CACA2B7DAF4D}" dt="2020-04-27T14:17:43.702" v="3985" actId="113"/>
        <pc:sldMkLst>
          <pc:docMk/>
          <pc:sldMk cId="2946039933" sldId="270"/>
        </pc:sldMkLst>
        <pc:spChg chg="mod">
          <ac:chgData name="MIR MD. KAWSUR" userId="f9b2e9bf-e2de-41be-bed1-78ffce4fdd07" providerId="ADAL" clId="{ADBCB527-9EE9-42ED-A001-CACA2B7DAF4D}" dt="2020-04-27T14:17:43.702" v="3985" actId="113"/>
          <ac:spMkLst>
            <pc:docMk/>
            <pc:sldMk cId="2946039933" sldId="270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0:22:08.481" v="2621" actId="20577"/>
          <ac:spMkLst>
            <pc:docMk/>
            <pc:sldMk cId="2946039933" sldId="270"/>
            <ac:spMk id="5" creationId="{3322CB79-31E6-2043-9768-6699756B1FD4}"/>
          </ac:spMkLst>
        </pc:spChg>
      </pc:sldChg>
      <pc:sldChg chg="addSp delSp modSp add mod ord">
        <pc:chgData name="MIR MD. KAWSUR" userId="f9b2e9bf-e2de-41be-bed1-78ffce4fdd07" providerId="ADAL" clId="{ADBCB527-9EE9-42ED-A001-CACA2B7DAF4D}" dt="2020-04-27T11:37:40.132" v="2988" actId="20577"/>
        <pc:sldMkLst>
          <pc:docMk/>
          <pc:sldMk cId="538611020" sldId="271"/>
        </pc:sldMkLst>
        <pc:spChg chg="add mod">
          <ac:chgData name="MIR MD. KAWSUR" userId="f9b2e9bf-e2de-41be-bed1-78ffce4fdd07" providerId="ADAL" clId="{ADBCB527-9EE9-42ED-A001-CACA2B7DAF4D}" dt="2020-04-27T11:37:40.132" v="2988" actId="20577"/>
          <ac:spMkLst>
            <pc:docMk/>
            <pc:sldMk cId="538611020" sldId="271"/>
            <ac:spMk id="3" creationId="{1E88E776-890E-4FC2-9948-EF62CF0CF179}"/>
          </ac:spMkLst>
        </pc:spChg>
        <pc:spChg chg="del mod">
          <ac:chgData name="MIR MD. KAWSUR" userId="f9b2e9bf-e2de-41be-bed1-78ffce4fdd07" providerId="ADAL" clId="{ADBCB527-9EE9-42ED-A001-CACA2B7DAF4D}" dt="2020-04-26T20:37:10.052" v="1593"/>
          <ac:spMkLst>
            <pc:docMk/>
            <pc:sldMk cId="538611020" sldId="271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6:42:44.827" v="1910" actId="21"/>
          <ac:spMkLst>
            <pc:docMk/>
            <pc:sldMk cId="538611020" sldId="271"/>
            <ac:spMk id="5" creationId="{3322CB79-31E6-2043-9768-6699756B1FD4}"/>
          </ac:spMkLst>
        </pc:spChg>
        <pc:spChg chg="add del">
          <ac:chgData name="MIR MD. KAWSUR" userId="f9b2e9bf-e2de-41be-bed1-78ffce4fdd07" providerId="ADAL" clId="{ADBCB527-9EE9-42ED-A001-CACA2B7DAF4D}" dt="2020-04-27T10:11:45.015" v="2177"/>
          <ac:spMkLst>
            <pc:docMk/>
            <pc:sldMk cId="538611020" sldId="271"/>
            <ac:spMk id="6" creationId="{ABEF5C24-5238-4706-A29F-77212C647C7D}"/>
          </ac:spMkLst>
        </pc:spChg>
      </pc:sldChg>
      <pc:sldChg chg="modSp add mod">
        <pc:chgData name="MIR MD. KAWSUR" userId="f9b2e9bf-e2de-41be-bed1-78ffce4fdd07" providerId="ADAL" clId="{ADBCB527-9EE9-42ED-A001-CACA2B7DAF4D}" dt="2020-04-27T09:58:25.581" v="2082" actId="113"/>
        <pc:sldMkLst>
          <pc:docMk/>
          <pc:sldMk cId="2730984201" sldId="272"/>
        </pc:sldMkLst>
        <pc:spChg chg="mod">
          <ac:chgData name="MIR MD. KAWSUR" userId="f9b2e9bf-e2de-41be-bed1-78ffce4fdd07" providerId="ADAL" clId="{ADBCB527-9EE9-42ED-A001-CACA2B7DAF4D}" dt="2020-04-27T09:58:25.581" v="2082" actId="113"/>
          <ac:spMkLst>
            <pc:docMk/>
            <pc:sldMk cId="2730984201" sldId="272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8:48:08.012" v="2069" actId="20577"/>
          <ac:spMkLst>
            <pc:docMk/>
            <pc:sldMk cId="2730984201" sldId="272"/>
            <ac:spMk id="5" creationId="{3322CB79-31E6-2043-9768-6699756B1FD4}"/>
          </ac:spMkLst>
        </pc:spChg>
      </pc:sldChg>
      <pc:sldChg chg="addSp modSp add mod">
        <pc:chgData name="MIR MD. KAWSUR" userId="f9b2e9bf-e2de-41be-bed1-78ffce4fdd07" providerId="ADAL" clId="{ADBCB527-9EE9-42ED-A001-CACA2B7DAF4D}" dt="2020-04-27T14:06:55.930" v="3349" actId="1076"/>
        <pc:sldMkLst>
          <pc:docMk/>
          <pc:sldMk cId="2824015" sldId="273"/>
        </pc:sldMkLst>
        <pc:spChg chg="mod">
          <ac:chgData name="MIR MD. KAWSUR" userId="f9b2e9bf-e2de-41be-bed1-78ffce4fdd07" providerId="ADAL" clId="{ADBCB527-9EE9-42ED-A001-CACA2B7DAF4D}" dt="2020-04-27T14:06:55.426" v="3347" actId="20577"/>
          <ac:spMkLst>
            <pc:docMk/>
            <pc:sldMk cId="2824015" sldId="273"/>
            <ac:spMk id="4" creationId="{E00A471B-FCB5-3949-B014-0D06C67E41B3}"/>
          </ac:spMkLst>
        </pc:spChg>
        <pc:picChg chg="add mod">
          <ac:chgData name="MIR MD. KAWSUR" userId="f9b2e9bf-e2de-41be-bed1-78ffce4fdd07" providerId="ADAL" clId="{ADBCB527-9EE9-42ED-A001-CACA2B7DAF4D}" dt="2020-04-27T14:06:55.930" v="3349" actId="1076"/>
          <ac:picMkLst>
            <pc:docMk/>
            <pc:sldMk cId="2824015" sldId="273"/>
            <ac:picMk id="6" creationId="{4246A938-D17F-4C9B-9DB4-06ACAC6384C4}"/>
          </ac:picMkLst>
        </pc:picChg>
      </pc:sldChg>
      <pc:sldChg chg="new del">
        <pc:chgData name="MIR MD. KAWSUR" userId="f9b2e9bf-e2de-41be-bed1-78ffce4fdd07" providerId="ADAL" clId="{ADBCB527-9EE9-42ED-A001-CACA2B7DAF4D}" dt="2020-04-27T11:35:32.640" v="2974" actId="2696"/>
        <pc:sldMkLst>
          <pc:docMk/>
          <pc:sldMk cId="612407257" sldId="273"/>
        </pc:sldMkLst>
      </pc:sldChg>
      <pc:sldChg chg="new del">
        <pc:chgData name="MIR MD. KAWSUR" userId="f9b2e9bf-e2de-41be-bed1-78ffce4fdd07" providerId="ADAL" clId="{ADBCB527-9EE9-42ED-A001-CACA2B7DAF4D}" dt="2020-04-27T11:35:43.708" v="2977" actId="47"/>
        <pc:sldMkLst>
          <pc:docMk/>
          <pc:sldMk cId="4110423596" sldId="273"/>
        </pc:sldMkLst>
      </pc:sldChg>
      <pc:sldChg chg="delSp modSp add mod">
        <pc:chgData name="MIR MD. KAWSUR" userId="f9b2e9bf-e2de-41be-bed1-78ffce4fdd07" providerId="ADAL" clId="{ADBCB527-9EE9-42ED-A001-CACA2B7DAF4D}" dt="2020-04-27T14:59:04.354" v="4696" actId="113"/>
        <pc:sldMkLst>
          <pc:docMk/>
          <pc:sldMk cId="1439937840" sldId="274"/>
        </pc:sldMkLst>
        <pc:spChg chg="mod">
          <ac:chgData name="MIR MD. KAWSUR" userId="f9b2e9bf-e2de-41be-bed1-78ffce4fdd07" providerId="ADAL" clId="{ADBCB527-9EE9-42ED-A001-CACA2B7DAF4D}" dt="2020-04-27T14:59:04.354" v="4696" actId="113"/>
          <ac:spMkLst>
            <pc:docMk/>
            <pc:sldMk cId="1439937840" sldId="274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3:53:23.561" v="3171" actId="20577"/>
          <ac:spMkLst>
            <pc:docMk/>
            <pc:sldMk cId="1439937840" sldId="274"/>
            <ac:spMk id="5" creationId="{3322CB79-31E6-2043-9768-6699756B1FD4}"/>
          </ac:spMkLst>
        </pc:spChg>
        <pc:picChg chg="del">
          <ac:chgData name="MIR MD. KAWSUR" userId="f9b2e9bf-e2de-41be-bed1-78ffce4fdd07" providerId="ADAL" clId="{ADBCB527-9EE9-42ED-A001-CACA2B7DAF4D}" dt="2020-04-27T13:53:26.665" v="3172" actId="478"/>
          <ac:picMkLst>
            <pc:docMk/>
            <pc:sldMk cId="1439937840" sldId="274"/>
            <ac:picMk id="6" creationId="{4246A938-D17F-4C9B-9DB4-06ACAC6384C4}"/>
          </ac:picMkLst>
        </pc:picChg>
      </pc:sldChg>
      <pc:sldChg chg="addSp delSp modSp add del mod">
        <pc:chgData name="MIR MD. KAWSUR" userId="f9b2e9bf-e2de-41be-bed1-78ffce4fdd07" providerId="ADAL" clId="{ADBCB527-9EE9-42ED-A001-CACA2B7DAF4D}" dt="2020-04-27T14:14:26.659" v="3961" actId="20577"/>
        <pc:sldMkLst>
          <pc:docMk/>
          <pc:sldMk cId="1773732609" sldId="275"/>
        </pc:sldMkLst>
        <pc:spChg chg="mod">
          <ac:chgData name="MIR MD. KAWSUR" userId="f9b2e9bf-e2de-41be-bed1-78ffce4fdd07" providerId="ADAL" clId="{ADBCB527-9EE9-42ED-A001-CACA2B7DAF4D}" dt="2020-04-27T14:14:26.659" v="3961" actId="20577"/>
          <ac:spMkLst>
            <pc:docMk/>
            <pc:sldMk cId="1773732609" sldId="275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4:14:13.703" v="3953" actId="20577"/>
          <ac:spMkLst>
            <pc:docMk/>
            <pc:sldMk cId="1773732609" sldId="275"/>
            <ac:spMk id="5" creationId="{3322CB79-31E6-2043-9768-6699756B1FD4}"/>
          </ac:spMkLst>
        </pc:spChg>
        <pc:picChg chg="add del">
          <ac:chgData name="MIR MD. KAWSUR" userId="f9b2e9bf-e2de-41be-bed1-78ffce4fdd07" providerId="ADAL" clId="{ADBCB527-9EE9-42ED-A001-CACA2B7DAF4D}" dt="2020-04-27T14:06:56.920" v="3351" actId="478"/>
          <ac:picMkLst>
            <pc:docMk/>
            <pc:sldMk cId="1773732609" sldId="275"/>
            <ac:picMk id="6" creationId="{4246A938-D17F-4C9B-9DB4-06ACAC6384C4}"/>
          </ac:picMkLst>
        </pc:picChg>
      </pc:sldChg>
      <pc:sldChg chg="modSp add mod">
        <pc:chgData name="MIR MD. KAWSUR" userId="f9b2e9bf-e2de-41be-bed1-78ffce4fdd07" providerId="ADAL" clId="{ADBCB527-9EE9-42ED-A001-CACA2B7DAF4D}" dt="2020-04-27T14:56:55.019" v="4695" actId="12"/>
        <pc:sldMkLst>
          <pc:docMk/>
          <pc:sldMk cId="2966524781" sldId="276"/>
        </pc:sldMkLst>
        <pc:spChg chg="mod">
          <ac:chgData name="MIR MD. KAWSUR" userId="f9b2e9bf-e2de-41be-bed1-78ffce4fdd07" providerId="ADAL" clId="{ADBCB527-9EE9-42ED-A001-CACA2B7DAF4D}" dt="2020-04-27T14:56:55.019" v="4695" actId="12"/>
          <ac:spMkLst>
            <pc:docMk/>
            <pc:sldMk cId="2966524781" sldId="276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4:42:35.376" v="4668" actId="20577"/>
          <ac:spMkLst>
            <pc:docMk/>
            <pc:sldMk cId="2966524781" sldId="276"/>
            <ac:spMk id="5" creationId="{3322CB79-31E6-2043-9768-6699756B1FD4}"/>
          </ac:spMkLst>
        </pc:spChg>
      </pc:sldChg>
      <pc:sldChg chg="modSp add mod">
        <pc:chgData name="MIR MD. KAWSUR" userId="f9b2e9bf-e2de-41be-bed1-78ffce4fdd07" providerId="ADAL" clId="{ADBCB527-9EE9-42ED-A001-CACA2B7DAF4D}" dt="2020-04-28T04:35:57.218" v="4721" actId="20577"/>
        <pc:sldMkLst>
          <pc:docMk/>
          <pc:sldMk cId="2383403374" sldId="277"/>
        </pc:sldMkLst>
        <pc:spChg chg="mod">
          <ac:chgData name="MIR MD. KAWSUR" userId="f9b2e9bf-e2de-41be-bed1-78ffce4fdd07" providerId="ADAL" clId="{ADBCB527-9EE9-42ED-A001-CACA2B7DAF4D}" dt="2020-04-27T15:00:40.021" v="4716" actId="20577"/>
          <ac:spMkLst>
            <pc:docMk/>
            <pc:sldMk cId="2383403374" sldId="277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8T04:35:57.218" v="4721" actId="20577"/>
          <ac:spMkLst>
            <pc:docMk/>
            <pc:sldMk cId="2383403374" sldId="277"/>
            <ac:spMk id="4" creationId="{E00A471B-FCB5-3949-B014-0D06C67E41B3}"/>
          </ac:spMkLst>
        </pc:spChg>
      </pc:sldChg>
      <pc:sldChg chg="modSp add mod">
        <pc:chgData name="MIR MD. KAWSUR" userId="f9b2e9bf-e2de-41be-bed1-78ffce4fdd07" providerId="ADAL" clId="{ADBCB527-9EE9-42ED-A001-CACA2B7DAF4D}" dt="2020-04-28T04:36:21.742" v="4738" actId="20577"/>
        <pc:sldMkLst>
          <pc:docMk/>
          <pc:sldMk cId="1290791371" sldId="278"/>
        </pc:sldMkLst>
        <pc:spChg chg="mod">
          <ac:chgData name="MIR MD. KAWSUR" userId="f9b2e9bf-e2de-41be-bed1-78ffce4fdd07" providerId="ADAL" clId="{ADBCB527-9EE9-42ED-A001-CACA2B7DAF4D}" dt="2020-04-28T04:36:21.742" v="4738" actId="20577"/>
          <ac:spMkLst>
            <pc:docMk/>
            <pc:sldMk cId="1290791371" sldId="27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tutorial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265714" y="1538380"/>
            <a:ext cx="4219303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 Object Oriented Programming 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99C994-906C-B997-90A1-D9CAD0CC4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073528"/>
              </p:ext>
            </p:extLst>
          </p:nvPr>
        </p:nvGraphicFramePr>
        <p:xfrm>
          <a:off x="404101" y="5319620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613947523"/>
                    </a:ext>
                  </a:extLst>
                </a:gridCol>
                <a:gridCol w="3897085">
                  <a:extLst>
                    <a:ext uri="{9D8B030D-6E8A-4147-A177-3AD203B41FA5}">
                      <a16:colId xmlns:a16="http://schemas.microsoft.com/office/drawing/2014/main" val="780336971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556618659"/>
                    </a:ext>
                  </a:extLst>
                </a:gridCol>
                <a:gridCol w="1725403">
                  <a:extLst>
                    <a:ext uri="{9D8B030D-6E8A-4147-A177-3AD203B41FA5}">
                      <a16:colId xmlns:a16="http://schemas.microsoft.com/office/drawing/2014/main" val="2643714385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094917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i="1" dirty="0"/>
                        <a:t>Nyme Ahmed [</a:t>
                      </a:r>
                      <a:r>
                        <a:rPr lang="en-US" i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nyme.ahmed@aiub.edu</a:t>
                      </a:r>
                      <a:r>
                        <a:rPr lang="en-US" i="1" dirty="0"/>
                        <a:t>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178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Encapsulation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Information Hiding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Access control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Example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Encapsulation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is Encapsulation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Encapsulation is a primary attribute to OOP.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Encapsulation is the mechanism that binds together code and the data it manipulates and keeps both safe from outside interference and misuse.</a:t>
            </a:r>
          </a:p>
        </p:txBody>
      </p:sp>
      <p:pic>
        <p:nvPicPr>
          <p:cNvPr id="4" name="Picture 3" descr="A picture containing clock&#10;&#10;Description automatically generated">
            <a:extLst>
              <a:ext uri="{FF2B5EF4-FFF2-40B4-BE49-F238E27FC236}">
                <a16:creationId xmlns:a16="http://schemas.microsoft.com/office/drawing/2014/main" id="{FC4F17BE-BDE9-4047-A3F8-7AAF2A29C20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964" y="3634354"/>
            <a:ext cx="5739991" cy="24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Information Hiding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Encapsulation is a form of protection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Encapsulation is as a protective wrapper that prevents the code and data from being arbitrarily accessed by other code defined outside the wrapper.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So, the outside world does not have direct access to the internal implementation.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By hiding data and providing methods to gain access to it, an object can maintain high data integrity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Methods have the responsibility of maintaining data integrity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6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 Control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is Access Control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Encapsulation provides another important attribute: </a:t>
            </a:r>
            <a:r>
              <a:rPr lang="en-US" b="1" i="1" dirty="0"/>
              <a:t>Access Control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There are two levels of access control: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/>
              <a:t>At the top level—public, or package-private (no explicit modifier).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/>
              <a:t>At the member level—public, private, protected, or package-private (no explicit modifier).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Access level modifiers determine whether other classes can use a field or invoke a method.</a:t>
            </a:r>
          </a:p>
        </p:txBody>
      </p:sp>
    </p:spTree>
    <p:extLst>
      <p:ext uri="{BB962C8B-B14F-4D97-AF65-F5344CB8AC3E}">
        <p14:creationId xmlns:p14="http://schemas.microsoft.com/office/powerpoint/2010/main" val="65513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 Control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Controlling Access to Members of a Class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At the top level—</a:t>
            </a:r>
            <a:r>
              <a:rPr lang="en-US" b="1" dirty="0"/>
              <a:t>public</a:t>
            </a:r>
            <a:r>
              <a:rPr lang="en-US" dirty="0"/>
              <a:t>, or </a:t>
            </a:r>
            <a:r>
              <a:rPr lang="en-US" b="1" dirty="0"/>
              <a:t>package-private</a:t>
            </a:r>
            <a:r>
              <a:rPr lang="en-US" dirty="0"/>
              <a:t> (no explicit modifier).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b="1" dirty="0"/>
              <a:t>public	</a:t>
            </a:r>
          </a:p>
          <a:p>
            <a:pPr marL="1200150" lvl="2" indent="-285750" algn="just">
              <a:buFont typeface="Wingdings" panose="05000000000000000000" pitchFamily="2" charset="2"/>
              <a:buChar char="q"/>
            </a:pPr>
            <a:r>
              <a:rPr lang="en-US" dirty="0"/>
              <a:t>A class may be declared with the modifier </a:t>
            </a:r>
            <a:r>
              <a:rPr lang="en-US" b="1" i="1" dirty="0"/>
              <a:t>public</a:t>
            </a:r>
            <a:r>
              <a:rPr lang="en-US" dirty="0"/>
              <a:t>, in which case that class is visible to all classes everywhere.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b="1"/>
              <a:t>Package-private</a:t>
            </a:r>
            <a:endParaRPr lang="en-US" dirty="0"/>
          </a:p>
          <a:p>
            <a:pPr marL="1200150" lvl="2" indent="-285750" algn="just">
              <a:buFont typeface="Wingdings" panose="05000000000000000000" pitchFamily="2" charset="2"/>
              <a:buChar char="q"/>
            </a:pPr>
            <a:r>
              <a:rPr lang="en-US" dirty="0"/>
              <a:t>If a class has </a:t>
            </a:r>
            <a:r>
              <a:rPr lang="en-US" b="1" dirty="0"/>
              <a:t>no modifier </a:t>
            </a:r>
            <a:r>
              <a:rPr lang="en-US" dirty="0"/>
              <a:t>(the default, also known as </a:t>
            </a:r>
            <a:r>
              <a:rPr lang="en-US" b="1" dirty="0"/>
              <a:t>package-private</a:t>
            </a:r>
            <a:r>
              <a:rPr lang="en-US" dirty="0"/>
              <a:t>), it is visible only within its own package. (We will understand more about package-private, when we will study about packages).</a:t>
            </a:r>
          </a:p>
        </p:txBody>
      </p:sp>
    </p:spTree>
    <p:extLst>
      <p:ext uri="{BB962C8B-B14F-4D97-AF65-F5344CB8AC3E}">
        <p14:creationId xmlns:p14="http://schemas.microsoft.com/office/powerpoint/2010/main" val="1463684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 Control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Controlling Access to Members of a Class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At the member level—</a:t>
            </a:r>
            <a:r>
              <a:rPr lang="en-US" b="1" dirty="0"/>
              <a:t>public</a:t>
            </a:r>
            <a:r>
              <a:rPr lang="en-US" dirty="0"/>
              <a:t>, </a:t>
            </a:r>
            <a:r>
              <a:rPr lang="en-US" b="1" dirty="0"/>
              <a:t>private</a:t>
            </a:r>
            <a:r>
              <a:rPr lang="en-US" dirty="0"/>
              <a:t>, </a:t>
            </a:r>
            <a:r>
              <a:rPr lang="en-US" b="1" dirty="0"/>
              <a:t>protected</a:t>
            </a:r>
            <a:r>
              <a:rPr lang="en-US" dirty="0"/>
              <a:t>, or </a:t>
            </a:r>
            <a:r>
              <a:rPr lang="en-US" b="1" dirty="0"/>
              <a:t>package-private</a:t>
            </a:r>
            <a:r>
              <a:rPr lang="en-US" dirty="0"/>
              <a:t> (no explicit modifier).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b="1" dirty="0"/>
              <a:t>public</a:t>
            </a:r>
          </a:p>
          <a:p>
            <a:pPr marL="1200150" lvl="2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public access modifier has the widest scope among all other access modifiers.</a:t>
            </a:r>
          </a:p>
          <a:p>
            <a:pPr marL="1200150" lvl="2" indent="-285750" algn="just">
              <a:buFont typeface="Wingdings" panose="05000000000000000000" pitchFamily="2" charset="2"/>
              <a:buChar char="q"/>
            </a:pPr>
            <a:r>
              <a:rPr lang="en-US" dirty="0"/>
              <a:t>Methods or data members which are declared as public are accessible from every where in the program. There is no restriction on the scope of a public data members.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b="1" dirty="0"/>
              <a:t>private</a:t>
            </a:r>
            <a:r>
              <a:rPr lang="en-US" dirty="0"/>
              <a:t>: </a:t>
            </a:r>
          </a:p>
          <a:p>
            <a:pPr marL="1200150" lvl="2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private modifier specifies that the member can only be accessed in its own class.</a:t>
            </a:r>
          </a:p>
        </p:txBody>
      </p:sp>
    </p:spTree>
    <p:extLst>
      <p:ext uri="{BB962C8B-B14F-4D97-AF65-F5344CB8AC3E}">
        <p14:creationId xmlns:p14="http://schemas.microsoft.com/office/powerpoint/2010/main" val="3223639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 Control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Controlling Access to Members of a Class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b="1" dirty="0"/>
              <a:t>protected</a:t>
            </a:r>
          </a:p>
          <a:p>
            <a:pPr marL="1200150" lvl="2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protected modifier specifies that the member can only be accessed within its own package (as with package-private).</a:t>
            </a:r>
          </a:p>
          <a:p>
            <a:pPr marL="1200150" lvl="2" indent="-285750" algn="just">
              <a:buFont typeface="Wingdings" panose="05000000000000000000" pitchFamily="2" charset="2"/>
              <a:buChar char="q"/>
            </a:pPr>
            <a:r>
              <a:rPr lang="en-US" dirty="0"/>
              <a:t>In addition, by a subclass of its class in another package.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b="1" dirty="0"/>
              <a:t>package-private</a:t>
            </a:r>
            <a:r>
              <a:rPr lang="en-US" dirty="0"/>
              <a:t>: </a:t>
            </a:r>
          </a:p>
          <a:p>
            <a:pPr marL="1200150" lvl="2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data members or methods which are not declared using any access modifiers i.e. having default access modifier are accessible only within the same package.</a:t>
            </a:r>
          </a:p>
        </p:txBody>
      </p:sp>
    </p:spTree>
    <p:extLst>
      <p:ext uri="{BB962C8B-B14F-4D97-AF65-F5344CB8AC3E}">
        <p14:creationId xmlns:p14="http://schemas.microsoft.com/office/powerpoint/2010/main" val="216542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 Control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to Achieve Encapsulation using Access Control Mechanism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As we know, encapsulation links data with the code that manipulates it.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Through encapsulation, we can control what parts of a program can access the members of a class.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Encapsulation can be achieved by: Declaring all the variables in the class as private and writing public methods in the class to set and get the values of variables.</a:t>
            </a:r>
          </a:p>
        </p:txBody>
      </p:sp>
    </p:spTree>
    <p:extLst>
      <p:ext uri="{BB962C8B-B14F-4D97-AF65-F5344CB8AC3E}">
        <p14:creationId xmlns:p14="http://schemas.microsoft.com/office/powerpoint/2010/main" val="488175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F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E7719E-84AA-4F35-9976-AD342A6FF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970" y="2220856"/>
            <a:ext cx="7271347" cy="379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68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783772" y="2435897"/>
            <a:ext cx="6383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Java The Complete Reference- Ninth Edition by Herbert </a:t>
            </a:r>
            <a:r>
              <a:rPr lang="en-US" dirty="0" err="1"/>
              <a:t>Schildt</a:t>
            </a:r>
            <a:endParaRPr lang="en-US" dirty="0"/>
          </a:p>
          <a:p>
            <a:endParaRPr lang="en-FI" dirty="0"/>
          </a:p>
        </p:txBody>
      </p:sp>
      <p:pic>
        <p:nvPicPr>
          <p:cNvPr id="3" name="Picture 2" descr="A picture containing umbrella&#10;&#10;Description automatically generated">
            <a:extLst>
              <a:ext uri="{FF2B5EF4-FFF2-40B4-BE49-F238E27FC236}">
                <a16:creationId xmlns:a16="http://schemas.microsoft.com/office/drawing/2014/main" id="{66BB96CC-81B0-46C9-A6FC-228FB5234B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749" y="3004887"/>
            <a:ext cx="1966501" cy="243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2" y="2435897"/>
            <a:ext cx="6551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https://docs.oracle.com/javase/tutorial/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821</TotalTime>
  <Words>584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Corbel</vt:lpstr>
      <vt:lpstr>Wingdings</vt:lpstr>
      <vt:lpstr>Spectrum</vt:lpstr>
      <vt:lpstr>Encapsulation</vt:lpstr>
      <vt:lpstr>Lecture Outline</vt:lpstr>
      <vt:lpstr>Introduction to Encapsulation</vt:lpstr>
      <vt:lpstr>Information Hiding</vt:lpstr>
      <vt:lpstr>Access Control</vt:lpstr>
      <vt:lpstr>Access Control</vt:lpstr>
      <vt:lpstr>Access Control</vt:lpstr>
      <vt:lpstr>Access Control</vt:lpstr>
      <vt:lpstr>Access Control</vt:lpstr>
      <vt:lpstr>Example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Nyme Ahmed</cp:lastModifiedBy>
  <cp:revision>14</cp:revision>
  <dcterms:created xsi:type="dcterms:W3CDTF">2018-12-10T17:20:29Z</dcterms:created>
  <dcterms:modified xsi:type="dcterms:W3CDTF">2024-11-01T14:10:23Z</dcterms:modified>
</cp:coreProperties>
</file>